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16965f9a9549a7" /><Relationship Type="http://schemas.openxmlformats.org/officeDocument/2006/relationships/extended-properties" Target="/docProps/app.xml" Id="R3bd54a795e9840dc" /><Relationship Type="http://schemas.openxmlformats.org/officeDocument/2006/relationships/officeDocument" Target="/ppt/presentation.xml" Id="R66ce071f23b9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2fc6c48864b65"/>
  </p:sldMasterIdLst>
  <p:notesMasterIdLst>
    <p:notesMasterId xmlns:r="http://schemas.openxmlformats.org/officeDocument/2006/relationships" r:id="R00a00a262f484696"/>
  </p:notesMasterIdLst>
  <p:sldIdLst>
    <p:sldId xmlns:r="http://schemas.openxmlformats.org/officeDocument/2006/relationships" id="256" r:id="Rcb21f9e098e74bd3"/>
  </p:sldIdLst>
  <p:sldSz cx="19507200" cy="848079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7a21c34044a3c" /><Relationship Type="http://schemas.openxmlformats.org/officeDocument/2006/relationships/slideMaster" Target="/ppt/slideMasters/slideMaster1.xml" Id="Rb5c2fc6c48864b65" /><Relationship Type="http://schemas.openxmlformats.org/officeDocument/2006/relationships/notesMaster" Target="/ppt/notesMasters/notesMaster1.xml" Id="R00a00a262f484696" /><Relationship Type="http://schemas.openxmlformats.org/officeDocument/2006/relationships/presProps" Target="/ppt/presProps.xml" Id="R5dd93f7b953242e6" /><Relationship Type="http://schemas.openxmlformats.org/officeDocument/2006/relationships/tableStyles" Target="/ppt/tableStyles.xml" Id="R89ac5548034d4f2a" /><Relationship Type="http://schemas.openxmlformats.org/officeDocument/2006/relationships/slide" Target="/ppt/slides/slide1.xml" Id="Rcb21f9e098e74b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1be037c3b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939e49c1c41ca" /><Relationship Type="http://schemas.openxmlformats.org/officeDocument/2006/relationships/notesMaster" Target="/ppt/notesMasters/notesMaster1.xml" Id="R8bc8db7b521543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native reconstruction of the official repository PNG. Original spelling Multi-model is preserved. The diagram geometry is regularized slightly; isolated icon artwork is from official/verified asset sources. Source project MIT; third-party brand marks retain their own identity. Website pictograms: Pictogrammers MDI Apache-2.0. Image symbol: OpenMoji CC BY-SA 4.0. Document, query and response icons: isolated source-figure artwork, retained to match the source style.</a:t>
            </a:r>
          </a:p>
          <a:p xmlns:a="http://schemas.openxmlformats.org/drawingml/2006/main">
            <a:r>
              <a:t>Source: https://github.com/HKUDS/RAG-Anything/blob/main/assets/rag_anything_framework.png</a:t>
            </a:r>
          </a:p>
          <a:p xmlns:a="http://schemas.openxmlformats.org/drawingml/2006/main">
            <a:r>
              <a:t>Native text, regions, table-like cells, graph nodes, connecting lines, branches and arrows. Icons are independent replaceable pictures, not internally editable strokes. Freeform paths are editable; selected native connector endpoints are attached; custom paths retain fixed routing.</a:t>
            </a:r>
          </a:p>
          <a:p xmlns:a="http://schemas.openxmlformats.org/drawingml/2006/main">
            <a:r>
              <a:t>Font match: Comic Sans MS (installed visual substitute).</a:t>
            </a:r>
          </a:p>
          <a:p xmlns:a="http://schemas.openxmlformats.org/drawingml/2006/main">
            <a:r>
              <a:t>Asset provenance: see assets.json beside this 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17647502e43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c8669b17c47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a2afe69544b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05fa89e1648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1ccb575544c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9437b3e984a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F94326-753F-4E7D-931E-DCE81E101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203855"/>
            <a:ext cx="15605760" cy="1225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2DF586-F202-451D-A2C7-BC8BF44F9C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6080" y="4664436"/>
            <a:ext cx="13655040" cy="94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04254B-BFCD-4431-B93A-A7FC99C3B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533664"/>
            <a:ext cx="15605760" cy="141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FD3BC7-60DC-4168-AB96-8A5021524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659617"/>
            <a:ext cx="17312640" cy="103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AFA0DA-D09E-4B6E-93FA-EF38D6EFE4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355776"/>
            <a:ext cx="17312640" cy="527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693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9617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6541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346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0390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7314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4238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1162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9808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BE1257-503B-42F5-A7BE-6311F23F9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659617"/>
            <a:ext cx="17312640" cy="103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9235E5-C17A-46C6-BAAD-E5E94CF9F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355776"/>
            <a:ext cx="8046720" cy="527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693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9617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6541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346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0390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7314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4238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1162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9808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9B2256-BE26-42A7-A650-10444444E2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363200" y="2355776"/>
            <a:ext cx="8046720" cy="527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693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9617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6541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346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0390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7314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4238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1162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9808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02F218-DE21-46BA-BC94-F4A07DA6E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659617"/>
            <a:ext cx="17312640" cy="103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EE0247-6986-4903-9310-2211D88A8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355776"/>
            <a:ext cx="8046720" cy="527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693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9617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6541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346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0390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7314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4238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1162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98086" indent="-282693" algn="l">
              <a:lnSpc>
                <a:spcPct val="110000"/>
              </a:lnSpc>
              <a:spcBef>
                <a:spcPts val="0"/>
              </a:spcBef>
              <a:spcAft>
                <a:spcPts val="1484"/>
              </a:spcAft>
              <a:buChar char="•"/>
              <a:defRPr sz="27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4cbf518a8f4c09" /><Relationship Type="http://schemas.openxmlformats.org/officeDocument/2006/relationships/slideLayout" Target="/ppt/slideLayouts/slideLayout1.xml" Id="R77c987b27c3b4d4c" /><Relationship Type="http://schemas.openxmlformats.org/officeDocument/2006/relationships/slideLayout" Target="/ppt/slideLayouts/slideLayout2.xml" Id="Rdd5a9d8fcf204138" /><Relationship Type="http://schemas.openxmlformats.org/officeDocument/2006/relationships/slideLayout" Target="/ppt/slideLayouts/slideLayout3.xml" Id="R888c8bec55174f7d" /><Relationship Type="http://schemas.openxmlformats.org/officeDocument/2006/relationships/slideLayout" Target="/ppt/slideLayouts/slideLayout4.xml" Id="R60a1de9f02d14b38" /><Relationship Type="http://schemas.openxmlformats.org/officeDocument/2006/relationships/slideLayout" Target="/ppt/slideLayouts/slideLayout5.xml" Id="Rb7f3bb0e99cf4c70" /><Relationship Type="http://schemas.openxmlformats.org/officeDocument/2006/relationships/slideLayout" Target="/ppt/slideLayouts/slideLayout6.xml" Id="Rbeb9b5ade74544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c987b27c3b4d4c"/>
    <p:sldLayoutId xmlns:r="http://schemas.openxmlformats.org/officeDocument/2006/relationships" id="2147483650" r:id="Rdd5a9d8fcf204138"/>
    <p:sldLayoutId xmlns:r="http://schemas.openxmlformats.org/officeDocument/2006/relationships" id="2147483651" r:id="R888c8bec55174f7d"/>
    <p:sldLayoutId xmlns:r="http://schemas.openxmlformats.org/officeDocument/2006/relationships" id="2147483652" r:id="R60a1de9f02d14b38"/>
    <p:sldLayoutId xmlns:r="http://schemas.openxmlformats.org/officeDocument/2006/relationships" id="2147483653" r:id="Rb7f3bb0e99cf4c70"/>
    <p:sldLayoutId xmlns:r="http://schemas.openxmlformats.org/officeDocument/2006/relationships" id="2147483654" r:id="Rbeb9b5ade74544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34ca5333e4cee" /><Relationship Type="http://schemas.openxmlformats.org/officeDocument/2006/relationships/image" Target="/ppt/media/image.png" Id="Re12a45d086b0497e" /><Relationship Type="http://schemas.openxmlformats.org/officeDocument/2006/relationships/image" Target="/ppt/media/image2.png" Id="R9d209cf1418f4b0c" /><Relationship Type="http://schemas.openxmlformats.org/officeDocument/2006/relationships/image" Target="/ppt/media/image3.png" Id="R745117dce57144ef" /><Relationship Type="http://schemas.openxmlformats.org/officeDocument/2006/relationships/image" Target="/ppt/media/image4.png" Id="R158bcc1da39b489e" /><Relationship Type="http://schemas.openxmlformats.org/officeDocument/2006/relationships/image" Target="/ppt/media/image5.png" Id="R051775a80adc4dbc" /><Relationship Type="http://schemas.openxmlformats.org/officeDocument/2006/relationships/image" Target="/ppt/media/image6.png" Id="Rb158d0649e4b4e89" /><Relationship Type="http://schemas.openxmlformats.org/officeDocument/2006/relationships/image" Target="/ppt/media/image7.png" Id="R2a89244a45b843d0" /><Relationship Type="http://schemas.openxmlformats.org/officeDocument/2006/relationships/image" Target="/ppt/media/image8.png" Id="Re73877791ea449e4" /><Relationship Type="http://schemas.openxmlformats.org/officeDocument/2006/relationships/notesSlide" Target="/ppt/notesSlides/notesSlide1.xml" Id="R45e33801798948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document-input-region">
            <a:extLst xmlns:a="http://schemas.openxmlformats.org/drawingml/2006/main">
              <a:ext uri="{FF2B5EF4-FFF2-40B4-BE49-F238E27FC236}">
                <a16:creationId xmlns:a16="http://schemas.microsoft.com/office/drawing/2014/main" id="{88586789-976F-4DAC-99AE-FA817C70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14350"/>
            <a:ext cx="1085850" cy="7820025"/>
          </a:xfrm>
          <a:prstGeom xmlns:a="http://schemas.openxmlformats.org/drawingml/2006/main" prst="roundRect">
            <a:avLst>
              <a:gd name="adj" fmla="val 1052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2" name="parsing-region">
            <a:extLst xmlns:a="http://schemas.openxmlformats.org/drawingml/2006/main">
              <a:ext uri="{FF2B5EF4-FFF2-40B4-BE49-F238E27FC236}">
                <a16:creationId xmlns:a16="http://schemas.microsoft.com/office/drawing/2014/main" id="{131D071B-D88E-40C6-8677-9F77A440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4825"/>
            <a:ext cx="3733800" cy="7839075"/>
          </a:xfrm>
          <a:prstGeom xmlns:a="http://schemas.openxmlformats.org/drawingml/2006/main" prst="roundRect">
            <a:avLst>
              <a:gd name="adj" fmla="val 5612"/>
            </a:avLst>
          </a:prstGeom>
          <a:noFill xmlns:a="http://schemas.openxmlformats.org/drawingml/2006/main"/>
          <a:ln xmlns:a="http://schemas.openxmlformats.org/drawingml/2006/main" w="26670">
            <a:solidFill>
              <a:srgbClr val="087DA6"/>
            </a:solidFill>
            <a:prstDash val="dash"/>
          </a:ln>
        </p:spPr>
      </p:sp>
      <p:sp>
        <p:nvSpPr>
          <p:cNvPr id="3" name="grounding-region">
            <a:extLst xmlns:a="http://schemas.openxmlformats.org/drawingml/2006/main">
              <a:ext uri="{FF2B5EF4-FFF2-40B4-BE49-F238E27FC236}">
                <a16:creationId xmlns:a16="http://schemas.microsoft.com/office/drawing/2014/main" id="{45F8F91F-77A1-4081-871D-4057B48F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4825"/>
            <a:ext cx="8972550" cy="7839075"/>
          </a:xfrm>
          <a:prstGeom xmlns:a="http://schemas.openxmlformats.org/drawingml/2006/main" prst="roundRect">
            <a:avLst>
              <a:gd name="adj" fmla="val 2673"/>
            </a:avLst>
          </a:prstGeom>
          <a:noFill xmlns:a="http://schemas.openxmlformats.org/drawingml/2006/main"/>
          <a:ln xmlns:a="http://schemas.openxmlformats.org/drawingml/2006/main" w="26670">
            <a:solidFill>
              <a:srgbClr val="087DA6"/>
            </a:solidFill>
            <a:prstDash val="dash"/>
          </a:ln>
        </p:spPr>
      </p:sp>
      <p:sp>
        <p:nvSpPr>
          <p:cNvPr id="4" name="retrieval-region">
            <a:extLst xmlns:a="http://schemas.openxmlformats.org/drawingml/2006/main">
              <a:ext uri="{FF2B5EF4-FFF2-40B4-BE49-F238E27FC236}">
                <a16:creationId xmlns:a16="http://schemas.microsoft.com/office/drawing/2014/main" id="{1064CD6E-6E96-4BD3-A9B4-A36B1823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1657350"/>
            <a:ext cx="3781425" cy="6019800"/>
          </a:xfrm>
          <a:prstGeom xmlns:a="http://schemas.openxmlformats.org/drawingml/2006/main" prst="roundRect">
            <a:avLst>
              <a:gd name="adj" fmla="val 3023"/>
            </a:avLst>
          </a:prstGeom>
          <a:noFill xmlns:a="http://schemas.openxmlformats.org/drawingml/2006/main"/>
          <a:ln xmlns:a="http://schemas.openxmlformats.org/drawingml/2006/main" w="26670">
            <a:solidFill>
              <a:srgbClr val="087DA6"/>
            </a:solidFill>
            <a:prstDash val="dash"/>
          </a:ln>
        </p:spPr>
      </p:sp>
      <p:cxnSp>
        <p:nvCxnSpPr>
          <p:cNvPr id="5" name="parser-to-content-shaft">
            <a:extLst xmlns:a="http://schemas.openxmlformats.org/drawingml/2006/main">
              <a:ext uri="{FF2B5EF4-FFF2-40B4-BE49-F238E27FC236}">
                <a16:creationId xmlns:a16="http://schemas.microsoft.com/office/drawing/2014/main" id="{9397AAC5-D031-4468-9ABD-2BC53EC8C3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62125" y="1600200"/>
            <a:ext cx="514350" cy="95"/>
          </a:xfrm>
          <a:prstGeom xmlns:a="http://schemas.openxmlformats.org/drawingml/2006/main" prst="straightConnector1">
            <a:avLst/>
          </a:prstGeom>
          <a:ln xmlns:a="http://schemas.openxmlformats.org/drawingml/2006/main" w="685800">
            <a:solidFill>
              <a:srgbClr val="E7E9EA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parser-to-content-head">
            <a:extLst xmlns:a="http://schemas.openxmlformats.org/drawingml/2006/main">
              <a:ext uri="{FF2B5EF4-FFF2-40B4-BE49-F238E27FC236}">
                <a16:creationId xmlns:a16="http://schemas.microsoft.com/office/drawing/2014/main" id="{340CF0AE-C5BE-4721-ABBA-1158B6CF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078992"/>
            <a:ext cx="342900" cy="1042416"/>
          </a:xfrm>
          <a:custGeom xmlns:a="http://schemas.openxmlformats.org/drawingml/2006/main">
            <a:pathLst>
              <a:path w="342900" h="1042416">
                <a:moveTo>
                  <a:pt x="342900" y="521208"/>
                </a:moveTo>
                <a:lnTo>
                  <a:pt x="0" y="10424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9E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" name="content-to-text-grounding-shaft">
            <a:extLst xmlns:a="http://schemas.openxmlformats.org/drawingml/2006/main">
              <a:ext uri="{FF2B5EF4-FFF2-40B4-BE49-F238E27FC236}">
                <a16:creationId xmlns:a16="http://schemas.microsoft.com/office/drawing/2014/main" id="{50D063F3-66CF-4DD3-9015-2EDC8763D8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57850" y="2362200"/>
            <a:ext cx="3648075" cy="95"/>
          </a:xfrm>
          <a:prstGeom xmlns:a="http://schemas.openxmlformats.org/drawingml/2006/main" prst="straightConnector1">
            <a:avLst/>
          </a:prstGeom>
          <a:ln xmlns:a="http://schemas.openxmlformats.org/drawingml/2006/main" w="171450">
            <a:solidFill>
              <a:srgbClr val="E7E9EA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" name="content-to-text-grounding-head">
            <a:extLst xmlns:a="http://schemas.openxmlformats.org/drawingml/2006/main">
              <a:ext uri="{FF2B5EF4-FFF2-40B4-BE49-F238E27FC236}">
                <a16:creationId xmlns:a16="http://schemas.microsoft.com/office/drawing/2014/main" id="{F0E38C34-AAE2-4823-83E9-88EAF1B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30755"/>
            <a:ext cx="219075" cy="262890"/>
          </a:xfrm>
          <a:custGeom xmlns:a="http://schemas.openxmlformats.org/drawingml/2006/main">
            <a:pathLst>
              <a:path w="219075" h="262890">
                <a:moveTo>
                  <a:pt x="219075" y="131445"/>
                </a:moveTo>
                <a:lnTo>
                  <a:pt x="0" y="2628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ultimodal-processing-curved-path">
            <a:extLst xmlns:a="http://schemas.openxmlformats.org/drawingml/2006/main">
              <a:ext uri="{FF2B5EF4-FFF2-40B4-BE49-F238E27FC236}">
                <a16:creationId xmlns:a16="http://schemas.microsoft.com/office/drawing/2014/main" id="{AE562A7D-FFAD-4834-8F35-6141A19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428750" cy="2238375"/>
          </a:xfrm>
          <a:custGeom xmlns:a="http://schemas.openxmlformats.org/drawingml/2006/main">
            <a:pathLst>
              <a:path w="1428750" h="2238375">
                <a:moveTo>
                  <a:pt x="0" y="0"/>
                </a:moveTo>
                <a:lnTo>
                  <a:pt x="0" y="1762125"/>
                </a:lnTo>
                <a:cubicBezTo>
                  <a:pt x="0" y="2095500"/>
                  <a:pt x="142875" y="2219325"/>
                  <a:pt x="428625" y="2219325"/>
                </a:cubicBezTo>
                <a:lnTo>
                  <a:pt x="1238250" y="2219325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E1F1ED"/>
            </a:solidFill>
            <a:prstDash val="solid"/>
          </a:ln>
        </p:spPr>
      </p:sp>
      <p:cxnSp>
        <p:nvCxnSpPr>
          <p:cNvPr id="10" name="multimodal-processing-tip-shaft">
            <a:extLst xmlns:a="http://schemas.openxmlformats.org/drawingml/2006/main">
              <a:ext uri="{FF2B5EF4-FFF2-40B4-BE49-F238E27FC236}">
                <a16:creationId xmlns:a16="http://schemas.microsoft.com/office/drawing/2014/main" id="{A8AE7576-2B67-46E4-A0F8-1DEC6715E6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19975" y="4695825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123825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multimodal-processing-tip-head">
            <a:extLst xmlns:a="http://schemas.openxmlformats.org/drawingml/2006/main">
              <a:ext uri="{FF2B5EF4-FFF2-40B4-BE49-F238E27FC236}">
                <a16:creationId xmlns:a16="http://schemas.microsoft.com/office/drawing/2014/main" id="{538F8AE3-19C3-4E84-A094-5D4CE78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9295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171450" y="102870"/>
                </a:move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to-vector-encoder-path">
            <a:extLst xmlns:a="http://schemas.openxmlformats.org/drawingml/2006/main">
              <a:ext uri="{FF2B5EF4-FFF2-40B4-BE49-F238E27FC236}">
                <a16:creationId xmlns:a16="http://schemas.microsoft.com/office/drawing/2014/main" id="{8FB959C3-48CF-4F1C-A75A-6898C89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19350"/>
            <a:ext cx="4495800" cy="4686300"/>
          </a:xfrm>
          <a:custGeom xmlns:a="http://schemas.openxmlformats.org/drawingml/2006/main">
            <a:pathLst>
              <a:path w="4495800" h="4686300">
                <a:moveTo>
                  <a:pt x="0" y="0"/>
                </a:moveTo>
                <a:lnTo>
                  <a:pt x="0" y="4057650"/>
                </a:lnTo>
                <a:cubicBezTo>
                  <a:pt x="0" y="4476750"/>
                  <a:pt x="152400" y="4667250"/>
                  <a:pt x="609600" y="4667250"/>
                </a:cubicBezTo>
                <a:lnTo>
                  <a:pt x="4267200" y="4667250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E1F1ED"/>
            </a:solidFill>
            <a:prstDash val="solid"/>
          </a:ln>
        </p:spPr>
      </p:sp>
      <p:cxnSp>
        <p:nvCxnSpPr>
          <p:cNvPr id="13" name="text-to-vector-encoder-tip-shaft">
            <a:extLst xmlns:a="http://schemas.openxmlformats.org/drawingml/2006/main">
              <a:ext uri="{FF2B5EF4-FFF2-40B4-BE49-F238E27FC236}">
                <a16:creationId xmlns:a16="http://schemas.microsoft.com/office/drawing/2014/main" id="{9202DB07-6F39-4DE9-A67B-3137A03CCD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58450" y="7086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123825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" name="text-to-vector-encoder-tip-head">
            <a:extLst xmlns:a="http://schemas.openxmlformats.org/drawingml/2006/main">
              <a:ext uri="{FF2B5EF4-FFF2-40B4-BE49-F238E27FC236}">
                <a16:creationId xmlns:a16="http://schemas.microsoft.com/office/drawing/2014/main" id="{B37123F2-EFED-471F-AD34-3EC87A7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949440"/>
            <a:ext cx="228600" cy="274320"/>
          </a:xfrm>
          <a:custGeom xmlns:a="http://schemas.openxmlformats.org/drawingml/2006/main">
            <a:pathLst>
              <a:path w="228600" h="274320">
                <a:moveTo>
                  <a:pt x="228600" y="137160"/>
                </a:move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grpSp>
        <p:nvGrpSpPr>
          <p:cNvPr id="345" name="textual-multimodal module"/>
          <p:cNvGrpSpPr/>
          <p:nvPr/>
        </p:nvGrpSpPr>
        <p:grpSpPr>
          <ns1:xfrm xmlns:ns1="http://schemas.openxmlformats.org/drawingml/2006/main">
            <ns1:off x="6481763" y="3305175"/>
            <ns1:ext cx="3033712" cy="4819650"/>
            <ns1:chOff x="6481763" y="3305175"/>
            <ns1:chExt cx="3033712" cy="4819650"/>
          </ns1:xfrm>
        </p:grpSpPr>
        <p:cxnSp>
          <p:nvCxnSpPr>
            <p:cNvPr id="15" name="textual-multimodal-to-graph-shaft">
              <a:extLst xmlns:a="http://schemas.openxmlformats.org/drawingml/2006/main">
                <a:ext uri="{FF2B5EF4-FFF2-40B4-BE49-F238E27FC236}">
                  <a16:creationId xmlns:a16="http://schemas.microsoft.com/office/drawing/2014/main" id="{4566EE8C-A143-4AF3-A1F8-3A959D3292D9}"/>
                </a:ext>
              </a:extLst>
            </p:cNvPr>
            <p:cNvCxnSpPr/>
            <p:nvPr/>
          </p:nvCxnSpPr>
          <p:spPr>
            <a:xfrm xmlns:a="http://schemas.openxmlformats.org/drawingml/2006/main" flipH="0" flipV="0">
              <a:off x="8715375" y="4695825"/>
              <a:ext cx="581025" cy="95"/>
            </a:xfrm>
            <a:prstGeom xmlns:a="http://schemas.openxmlformats.org/drawingml/2006/main" prst="straightConnector1">
              <a:avLst/>
            </a:prstGeom>
            <a:ln xmlns:a="http://schemas.openxmlformats.org/drawingml/2006/main" w="133350">
              <a:solidFill>
                <a:srgbClr val="E1F1ED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6" name="textual-multimodal-to-graph-head">
              <a:extLst xmlns:a="http://schemas.openxmlformats.org/drawingml/2006/main">
                <a:ext uri="{FF2B5EF4-FFF2-40B4-BE49-F238E27FC236}">
                  <a16:creationId xmlns:a16="http://schemas.microsoft.com/office/drawing/2014/main" id="{417005A1-4F4B-403D-AE84-DB276D4E16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6400" y="4564380"/>
              <a:ext cx="219075" cy="262890"/>
            </a:xfrm>
            <a:custGeom xmlns:a="http://schemas.openxmlformats.org/drawingml/2006/main">
              <a:pathLst>
                <a:path w="219075" h="262890">
                  <a:moveTo>
                    <a:pt x="219075" y="131445"/>
                  </a:moveTo>
                  <a:lnTo>
                    <a:pt x="0" y="26289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E1F1E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5" name="textual-multimodal-background">
              <a:extLst xmlns:a="http://schemas.openxmlformats.org/drawingml/2006/main">
                <a:ext uri="{FF2B5EF4-FFF2-40B4-BE49-F238E27FC236}">
                  <a16:creationId xmlns:a16="http://schemas.microsoft.com/office/drawing/2014/main" id="{F9EDB5D8-14F3-4210-8731-39AB88CB2F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10525" y="3305175"/>
              <a:ext cx="619125" cy="4819650"/>
            </a:xfrm>
            <a:prstGeom xmlns:a="http://schemas.openxmlformats.org/drawingml/2006/main" prst="roundRect">
              <a:avLst>
                <a:gd name="adj" fmla="val 21538"/>
              </a:avLst>
            </a:prstGeom>
            <a:solidFill xmlns:a="http://schemas.openxmlformats.org/drawingml/2006/main">
              <a:srgbClr val="FBE3D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6" name="textual-multimodal-0">
              <a:extLst xmlns:a="http://schemas.openxmlformats.org/drawingml/2006/main">
                <a:ext uri="{FF2B5EF4-FFF2-40B4-BE49-F238E27FC236}">
                  <a16:creationId xmlns:a16="http://schemas.microsoft.com/office/drawing/2014/main" id="{DA9B6184-8667-4C32-BF9C-8B8E188F4B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3352800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F3F8F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37" name="textual-multimodal-1">
              <a:extLst xmlns:a="http://schemas.openxmlformats.org/drawingml/2006/main">
                <a:ext uri="{FF2B5EF4-FFF2-40B4-BE49-F238E27FC236}">
                  <a16:creationId xmlns:a16="http://schemas.microsoft.com/office/drawing/2014/main" id="{58C29871-F3B9-4DE9-9E12-798E7B4163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3886200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F3F8F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38" name="textual-multimodal-2">
              <a:extLst xmlns:a="http://schemas.openxmlformats.org/drawingml/2006/main">
                <a:ext uri="{FF2B5EF4-FFF2-40B4-BE49-F238E27FC236}">
                  <a16:creationId xmlns:a16="http://schemas.microsoft.com/office/drawing/2014/main" id="{F31C9172-257F-4591-A74C-A531AD93D2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4505325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FE5FA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39" name="textual-multimodal-3">
              <a:extLst xmlns:a="http://schemas.openxmlformats.org/drawingml/2006/main">
                <a:ext uri="{FF2B5EF4-FFF2-40B4-BE49-F238E27FC236}">
                  <a16:creationId xmlns:a16="http://schemas.microsoft.com/office/drawing/2014/main" id="{36306FB5-0C36-44F0-B7AC-979186128B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5038725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FE5FA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40" name="textual-multimodal-4">
              <a:extLst xmlns:a="http://schemas.openxmlformats.org/drawingml/2006/main">
                <a:ext uri="{FF2B5EF4-FFF2-40B4-BE49-F238E27FC236}">
                  <a16:creationId xmlns:a16="http://schemas.microsoft.com/office/drawing/2014/main" id="{1E5B4960-04BC-4F1C-87A6-8295B1D31A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5876925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FE5FA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41" name="textual-multimodal-5">
              <a:extLst xmlns:a="http://schemas.openxmlformats.org/drawingml/2006/main">
                <a:ext uri="{FF2B5EF4-FFF2-40B4-BE49-F238E27FC236}">
                  <a16:creationId xmlns:a16="http://schemas.microsoft.com/office/drawing/2014/main" id="{D216D1DF-DBC6-4EDA-8402-A63F839F83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6486525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2F1E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42" name="textual-multimodal-6">
              <a:extLst xmlns:a="http://schemas.openxmlformats.org/drawingml/2006/main">
                <a:ext uri="{FF2B5EF4-FFF2-40B4-BE49-F238E27FC236}">
                  <a16:creationId xmlns:a16="http://schemas.microsoft.com/office/drawing/2014/main" id="{D362B4C3-C0AB-4DFC-BEE3-8D090EB743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7029450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2F1E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43" name="textual-multimodal-7">
              <a:extLst xmlns:a="http://schemas.openxmlformats.org/drawingml/2006/main">
                <a:ext uri="{FF2B5EF4-FFF2-40B4-BE49-F238E27FC236}">
                  <a16:creationId xmlns:a16="http://schemas.microsoft.com/office/drawing/2014/main" id="{64733AC5-47C2-4C54-B2C2-E87A131D84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7581900"/>
              <a:ext cx="523875" cy="49530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2F1E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45" name="textual-multimodal-label">
              <a:extLst xmlns:a="http://schemas.openxmlformats.org/drawingml/2006/main">
                <a:ext uri="{FF2B5EF4-FFF2-40B4-BE49-F238E27FC236}">
                  <a16:creationId xmlns:a16="http://schemas.microsoft.com/office/drawing/2014/main" id="{1CFE6430-F447-4521-8C72-EBF88BF7F5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6481763" y="5276850"/>
              <a:ext cx="267652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Textual Multi-modal Info</a:t>
              </a:r>
            </a:p>
          </p:txBody>
        </p:sp>
      </p:grpSp>
      <p:sp>
        <p:nvSpPr>
          <p:cNvPr id="17" name="parsing-title">
            <a:extLst xmlns:a="http://schemas.openxmlformats.org/drawingml/2006/main">
              <a:ext uri="{FF2B5EF4-FFF2-40B4-BE49-F238E27FC236}">
                <a16:creationId xmlns:a16="http://schemas.microsoft.com/office/drawing/2014/main" id="{C8ECDA70-991C-41A7-8027-85F08E7A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Multi-modal Content Parsing</a:t>
            </a:r>
          </a:p>
        </p:txBody>
      </p:sp>
      <p:sp>
        <p:nvSpPr>
          <p:cNvPr id="18" name="grounding-title">
            <a:extLst xmlns:a="http://schemas.openxmlformats.org/drawingml/2006/main">
              <a:ext uri="{FF2B5EF4-FFF2-40B4-BE49-F238E27FC236}">
                <a16:creationId xmlns:a16="http://schemas.microsoft.com/office/drawing/2014/main" id="{A6129F0D-185A-42FF-AA1E-BD48D8D1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"/>
            <a:ext cx="7915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Graph-based Multi-model Knowledge Grounding</a:t>
            </a:r>
          </a:p>
        </p:txBody>
      </p:sp>
      <p:sp>
        <p:nvSpPr>
          <p:cNvPr id="19" name="grounding-subtitle">
            <a:extLst xmlns:a="http://schemas.openxmlformats.org/drawingml/2006/main">
              <a:ext uri="{FF2B5EF4-FFF2-40B4-BE49-F238E27FC236}">
                <a16:creationId xmlns:a16="http://schemas.microsoft.com/office/drawing/2014/main" id="{C81DE59D-9998-4E1A-A5A1-C7B9066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66775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(each document)</a:t>
            </a:r>
          </a:p>
        </p:txBody>
      </p:sp>
      <p:sp>
        <p:nvSpPr>
          <p:cNvPr id="20" name="input-document-header-white">
            <a:extLst xmlns:a="http://schemas.openxmlformats.org/drawingml/2006/main">
              <a:ext uri="{FF2B5EF4-FFF2-40B4-BE49-F238E27FC236}">
                <a16:creationId xmlns:a16="http://schemas.microsoft.com/office/drawing/2014/main" id="{FBD78D4E-1968-4733-B767-3AE54A30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0"/>
            <a:ext cx="10572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0B268-377F-4C4C-95C2-2F548FB5E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a45d086b0497e"/>
          <a:stretch xmlns:a="http://schemas.openxmlformats.org/drawingml/2006/main"/>
        </p:blipFill>
        <p:spPr>
          <a:xfrm xmlns:a="http://schemas.openxmlformats.org/drawingml/2006/main">
            <a:off x="245745" y="76200"/>
            <a:ext cx="556260" cy="695325"/>
          </a:xfrm>
          <a:prstGeom xmlns:a="http://schemas.openxmlformats.org/drawingml/2006/main" prst="rect">
            <a:avLst/>
          </a:prstGeom>
        </p:spPr>
      </p:pic>
      <p:sp>
        <p:nvSpPr>
          <p:cNvPr id="22" name="input-document-label">
            <a:extLst xmlns:a="http://schemas.openxmlformats.org/drawingml/2006/main">
              <a:ext uri="{FF2B5EF4-FFF2-40B4-BE49-F238E27FC236}">
                <a16:creationId xmlns:a16="http://schemas.microsoft.com/office/drawing/2014/main" id="{D6A839C0-499B-4CBB-ACA4-A16BF1EC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800100"/>
            <a:ext cx="1057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Input Documents</a:t>
            </a:r>
          </a:p>
        </p:txBody>
      </p:sp>
      <p:sp>
        <p:nvSpPr>
          <p:cNvPr id="23" name="parallel-parser">
            <a:extLst xmlns:a="http://schemas.openxmlformats.org/drawingml/2006/main">
              <a:ext uri="{FF2B5EF4-FFF2-40B4-BE49-F238E27FC236}">
                <a16:creationId xmlns:a16="http://schemas.microsoft.com/office/drawing/2014/main" id="{9453A7C9-B935-4491-B935-97A42B5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38250" y="1381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Parallel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Parser</a:t>
            </a:r>
          </a:p>
        </p:txBody>
      </p:sp>
      <p:grpSp>
        <p:nvGrpSpPr>
          <p:cNvPr id="335" name="Input PPT"/>
          <p:cNvGrpSpPr/>
          <p:nvPr/>
        </p:nvGrpSpPr>
        <p:grpSpPr>
          <ns1:xfrm xmlns:ns1="http://schemas.openxmlformats.org/drawingml/2006/main">
            <ns1:off x="619125" y="1238250"/>
            <ns1:ext cx="685800" cy="1047750"/>
            <ns1:chOff x="619125" y="1238250"/>
            <ns1:chExt cx="685800" cy="1047750"/>
          </ns1:xfrm>
        </p:grpSpPr>
        <p:sp>
          <p:nvSpPr>
            <p:cNvPr id="24" name="file-PPT">
              <a:extLst xmlns:a="http://schemas.openxmlformats.org/drawingml/2006/main">
                <a:ext uri="{FF2B5EF4-FFF2-40B4-BE49-F238E27FC236}">
                  <a16:creationId xmlns:a16="http://schemas.microsoft.com/office/drawing/2014/main" id="{0C0109E1-77FE-4B33-804E-5560111595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238250"/>
              <a:ext cx="561975" cy="771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777777"/>
              </a:solidFill>
              <a:prstDash val="solid"/>
            </a:ln>
          </p:spPr>
        </p:sp>
        <p:sp>
          <p:nvSpPr>
            <p:cNvPr id="25" name="file-PPT-type-tab">
              <a:extLst xmlns:a="http://schemas.openxmlformats.org/drawingml/2006/main">
                <a:ext uri="{FF2B5EF4-FFF2-40B4-BE49-F238E27FC236}">
                  <a16:creationId xmlns:a16="http://schemas.microsoft.com/office/drawing/2014/main" id="{8E0EB013-CBE9-41D7-BFF2-90352F028F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333500"/>
              <a:ext cx="361950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777777"/>
              </a:solidFill>
              <a:prstDash val="solid"/>
            </a:ln>
          </p:spPr>
        </p:sp>
        <p:sp>
          <p:nvSpPr>
            <p:cNvPr id="26" name="file-PPT-type">
              <a:extLst xmlns:a="http://schemas.openxmlformats.org/drawingml/2006/main">
                <a:ext uri="{FF2B5EF4-FFF2-40B4-BE49-F238E27FC236}">
                  <a16:creationId xmlns:a16="http://schemas.microsoft.com/office/drawing/2014/main" id="{EE3F07C4-0A9B-4CA4-B459-066F5DC312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1343025"/>
              <a:ext cx="3238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PPT</a:t>
              </a:r>
            </a:p>
          </p:txBody>
        </p:sp>
        <p:sp>
          <p:nvSpPr>
            <p:cNvPr id="27" name="file-PPT-caption">
              <a:extLst xmlns:a="http://schemas.openxmlformats.org/drawingml/2006/main">
                <a:ext uri="{FF2B5EF4-FFF2-40B4-BE49-F238E27FC236}">
                  <a16:creationId xmlns:a16="http://schemas.microsoft.com/office/drawing/2014/main" id="{2729D27C-3FCE-4FC3-9B72-146478C515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057400"/>
              <a:ext cx="685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PPT</a:t>
              </a:r>
            </a:p>
          </p:txBody>
        </p:sp>
        <p:sp>
          <p:nvSpPr>
            <p:cNvPr id="28" name="file-pie-circle">
              <a:extLst xmlns:a="http://schemas.openxmlformats.org/drawingml/2006/main">
                <a:ext uri="{FF2B5EF4-FFF2-40B4-BE49-F238E27FC236}">
                  <a16:creationId xmlns:a16="http://schemas.microsoft.com/office/drawing/2014/main" id="{1D76DAAA-B64B-4925-A1DE-F5F90E0DD0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66875"/>
              <a:ext cx="266700" cy="2667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9ED6E6"/>
            </a:solidFill>
            <a:ln xmlns:a="http://schemas.openxmlformats.org/drawingml/2006/main" w="11430">
              <a:solidFill>
                <a:srgbClr val="333333"/>
              </a:solidFill>
              <a:prstDash val="solid"/>
            </a:ln>
          </p:spPr>
        </p:sp>
        <p:sp>
          <p:nvSpPr>
            <p:cNvPr id="29" name="file-pie-slice">
              <a:extLst xmlns:a="http://schemas.openxmlformats.org/drawingml/2006/main">
                <a:ext uri="{FF2B5EF4-FFF2-40B4-BE49-F238E27FC236}">
                  <a16:creationId xmlns:a16="http://schemas.microsoft.com/office/drawing/2014/main" id="{9752D17A-8A18-4DC5-A5FB-64DBE1C087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66875"/>
              <a:ext cx="133350" cy="133350"/>
            </a:xfrm>
            <a:custGeom xmlns:a="http://schemas.openxmlformats.org/drawingml/2006/main">
              <a:pathLst>
                <a:path w="133350" h="133350">
                  <a:moveTo>
                    <a:pt x="133350" y="133350"/>
                  </a:moveTo>
                  <a:lnTo>
                    <a:pt x="133350" y="0"/>
                  </a:lnTo>
                  <a:lnTo>
                    <a:pt x="0" y="133350"/>
                  </a:lnTo>
                  <a:close/>
                </a:path>
              </a:pathLst>
            </a:custGeom>
            <a:solidFill xmlns:a="http://schemas.openxmlformats.org/drawingml/2006/main">
              <a:srgbClr val="EE8F9A"/>
            </a:solidFill>
            <a:ln xmlns:a="http://schemas.openxmlformats.org/drawingml/2006/main" w="9525">
              <a:solidFill>
                <a:srgbClr val="333333"/>
              </a:solidFill>
              <a:prstDash val="solid"/>
            </a:ln>
          </p:spPr>
        </p:sp>
      </p:grpSp>
      <p:grpSp>
        <p:nvGrpSpPr>
          <p:cNvPr id="336" name="Input DOC"/>
          <p:cNvGrpSpPr/>
          <p:nvPr/>
        </p:nvGrpSpPr>
        <p:grpSpPr>
          <ns1:xfrm xmlns:ns1="http://schemas.openxmlformats.org/drawingml/2006/main">
            <ns1:off x="619125" y="2409825"/>
            <ns1:ext cx="685800" cy="1047750"/>
            <ns1:chOff x="619125" y="2409825"/>
            <ns1:chExt cx="685800" cy="1047750"/>
          </ns1:xfrm>
        </p:grpSpPr>
        <p:sp>
          <p:nvSpPr>
            <p:cNvPr id="30" name="file-DOC">
              <a:extLst xmlns:a="http://schemas.openxmlformats.org/drawingml/2006/main">
                <a:ext uri="{FF2B5EF4-FFF2-40B4-BE49-F238E27FC236}">
                  <a16:creationId xmlns:a16="http://schemas.microsoft.com/office/drawing/2014/main" id="{673440E2-64B2-4D53-98AD-60E449C06F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409825"/>
              <a:ext cx="561975" cy="771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2F1EE"/>
            </a:solidFill>
            <a:ln xmlns:a="http://schemas.openxmlformats.org/drawingml/2006/main" w="11430">
              <a:solidFill>
                <a:srgbClr val="777777"/>
              </a:solidFill>
              <a:prstDash val="solid"/>
            </a:ln>
          </p:spPr>
        </p:sp>
        <p:sp>
          <p:nvSpPr>
            <p:cNvPr id="31" name="file-DOC-type-tab">
              <a:extLst xmlns:a="http://schemas.openxmlformats.org/drawingml/2006/main">
                <a:ext uri="{FF2B5EF4-FFF2-40B4-BE49-F238E27FC236}">
                  <a16:creationId xmlns:a16="http://schemas.microsoft.com/office/drawing/2014/main" id="{9E0723A8-ADED-411F-B068-C70A5E9067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505075"/>
              <a:ext cx="361950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777777"/>
              </a:solidFill>
              <a:prstDash val="solid"/>
            </a:ln>
          </p:spPr>
        </p:sp>
        <p:sp>
          <p:nvSpPr>
            <p:cNvPr id="32" name="file-DOC-type">
              <a:extLst xmlns:a="http://schemas.openxmlformats.org/drawingml/2006/main">
                <a:ext uri="{FF2B5EF4-FFF2-40B4-BE49-F238E27FC236}">
                  <a16:creationId xmlns:a16="http://schemas.microsoft.com/office/drawing/2014/main" id="{79D4BFE8-EFE1-4D50-84CC-0BFA657917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514600"/>
              <a:ext cx="3238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DOC</a:t>
              </a:r>
            </a:p>
          </p:txBody>
        </p:sp>
        <p:sp>
          <p:nvSpPr>
            <p:cNvPr id="33" name="file-DOC-caption">
              <a:extLst xmlns:a="http://schemas.openxmlformats.org/drawingml/2006/main">
                <a:ext uri="{FF2B5EF4-FFF2-40B4-BE49-F238E27FC236}">
                  <a16:creationId xmlns:a16="http://schemas.microsoft.com/office/drawing/2014/main" id="{BE940732-175F-4B48-8787-E21F254C2F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228975"/>
              <a:ext cx="685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DOC</a:t>
              </a:r>
            </a:p>
          </p:txBody>
        </p:sp>
        <p:cxnSp>
          <p:nvCxnSpPr>
            <p:cNvPr id="34" name="doc-line-0">
              <a:extLst xmlns:a="http://schemas.openxmlformats.org/drawingml/2006/main">
                <a:ext uri="{FF2B5EF4-FFF2-40B4-BE49-F238E27FC236}">
                  <a16:creationId xmlns:a16="http://schemas.microsoft.com/office/drawing/2014/main" id="{4B339F33-2FAF-429B-B91A-93906A8F8AA4}"/>
                </a:ext>
              </a:extLst>
            </p:cNvPr>
            <p:cNvCxnSpPr/>
            <p:nvPr/>
          </p:nvCxnSpPr>
          <p:spPr>
            <a:xfrm xmlns:a="http://schemas.openxmlformats.org/drawingml/2006/main" flipH="0" flipV="0">
              <a:off x="790575" y="2819400"/>
              <a:ext cx="304800" cy="95"/>
            </a:xfrm>
            <a:prstGeom xmlns:a="http://schemas.openxmlformats.org/drawingml/2006/main" prst="straightConnector1">
              <a:avLst/>
            </a:prstGeom>
            <a:ln xmlns:a="http://schemas.openxmlformats.org/drawingml/2006/main" w="13335">
              <a:solidFill>
                <a:srgbClr val="6D8C8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5" name="doc-line-1">
              <a:extLst xmlns:a="http://schemas.openxmlformats.org/drawingml/2006/main">
                <a:ext uri="{FF2B5EF4-FFF2-40B4-BE49-F238E27FC236}">
                  <a16:creationId xmlns:a16="http://schemas.microsoft.com/office/drawing/2014/main" id="{47E6A60A-6098-41E6-80B7-69D696219532}"/>
                </a:ext>
              </a:extLst>
            </p:cNvPr>
            <p:cNvCxnSpPr/>
            <p:nvPr/>
          </p:nvCxnSpPr>
          <p:spPr>
            <a:xfrm xmlns:a="http://schemas.openxmlformats.org/drawingml/2006/main" flipH="0" flipV="0">
              <a:off x="790575" y="2895600"/>
              <a:ext cx="266700" cy="95"/>
            </a:xfrm>
            <a:prstGeom xmlns:a="http://schemas.openxmlformats.org/drawingml/2006/main" prst="straightConnector1">
              <a:avLst/>
            </a:prstGeom>
            <a:ln xmlns:a="http://schemas.openxmlformats.org/drawingml/2006/main" w="13335">
              <a:solidFill>
                <a:srgbClr val="6D8C8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6" name="doc-line-2">
              <a:extLst xmlns:a="http://schemas.openxmlformats.org/drawingml/2006/main">
                <a:ext uri="{FF2B5EF4-FFF2-40B4-BE49-F238E27FC236}">
                  <a16:creationId xmlns:a16="http://schemas.microsoft.com/office/drawing/2014/main" id="{BD8E2CA9-ACB4-435A-A703-E032355E2241}"/>
                </a:ext>
              </a:extLst>
            </p:cNvPr>
            <p:cNvCxnSpPr/>
            <p:nvPr/>
          </p:nvCxnSpPr>
          <p:spPr>
            <a:xfrm xmlns:a="http://schemas.openxmlformats.org/drawingml/2006/main" flipH="0" flipV="0">
              <a:off x="790575" y="2971800"/>
              <a:ext cx="228600" cy="95"/>
            </a:xfrm>
            <a:prstGeom xmlns:a="http://schemas.openxmlformats.org/drawingml/2006/main" prst="straightConnector1">
              <a:avLst/>
            </a:prstGeom>
            <a:ln xmlns:a="http://schemas.openxmlformats.org/drawingml/2006/main" w="13335">
              <a:solidFill>
                <a:srgbClr val="6D8C84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37" name="Input JPG"/>
          <p:cNvGrpSpPr/>
          <p:nvPr/>
        </p:nvGrpSpPr>
        <p:grpSpPr>
          <ns1:xfrm xmlns:ns1="http://schemas.openxmlformats.org/drawingml/2006/main">
            <ns1:off x="619125" y="3581400"/>
            <ns1:ext cx="685800" cy="1047750"/>
            <ns1:chOff x="619125" y="3581400"/>
            <ns1:chExt cx="685800" cy="1047750"/>
          </ns1:xfrm>
        </p:grpSpPr>
        <p:sp>
          <p:nvSpPr>
            <p:cNvPr id="37" name="file-JPG">
              <a:extLst xmlns:a="http://schemas.openxmlformats.org/drawingml/2006/main">
                <a:ext uri="{FF2B5EF4-FFF2-40B4-BE49-F238E27FC236}">
                  <a16:creationId xmlns:a16="http://schemas.microsoft.com/office/drawing/2014/main" id="{9A1B3BA5-75E1-4121-9B3C-B145E54C74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3581400"/>
              <a:ext cx="561975" cy="771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3F8FE"/>
            </a:solidFill>
            <a:ln xmlns:a="http://schemas.openxmlformats.org/drawingml/2006/main" w="11430">
              <a:solidFill>
                <a:srgbClr val="777777"/>
              </a:solidFill>
              <a:prstDash val="solid"/>
            </a:ln>
          </p:spPr>
        </p:sp>
        <p:sp>
          <p:nvSpPr>
            <p:cNvPr id="38" name="file-JPG-type-tab">
              <a:extLst xmlns:a="http://schemas.openxmlformats.org/drawingml/2006/main">
                <a:ext uri="{FF2B5EF4-FFF2-40B4-BE49-F238E27FC236}">
                  <a16:creationId xmlns:a16="http://schemas.microsoft.com/office/drawing/2014/main" id="{02E222C9-A3A0-4D82-ABEE-C29FB44077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3676650"/>
              <a:ext cx="361950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777777"/>
              </a:solidFill>
              <a:prstDash val="solid"/>
            </a:ln>
          </p:spPr>
        </p:sp>
        <p:sp>
          <p:nvSpPr>
            <p:cNvPr id="39" name="file-JPG-type">
              <a:extLst xmlns:a="http://schemas.openxmlformats.org/drawingml/2006/main">
                <a:ext uri="{FF2B5EF4-FFF2-40B4-BE49-F238E27FC236}">
                  <a16:creationId xmlns:a16="http://schemas.microsoft.com/office/drawing/2014/main" id="{D8F689AF-39A4-4072-AAC3-6B2FEDDDF2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686175"/>
              <a:ext cx="3238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JPG</a:t>
              </a:r>
            </a:p>
          </p:txBody>
        </p:sp>
        <p:sp>
          <p:nvSpPr>
            <p:cNvPr id="40" name="file-JPG-caption">
              <a:extLst xmlns:a="http://schemas.openxmlformats.org/drawingml/2006/main">
                <a:ext uri="{FF2B5EF4-FFF2-40B4-BE49-F238E27FC236}">
                  <a16:creationId xmlns:a16="http://schemas.microsoft.com/office/drawing/2014/main" id="{C898E036-D92D-4699-80BB-44A38D4FF6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400550"/>
              <a:ext cx="685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JPG</a:t>
              </a:r>
            </a:p>
          </p:txBody>
        </p:sp>
      </p:grp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B00B7E-3C8C-46DC-B64B-AF765A5A7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09cf1418f4b0c"/>
          <a:stretch xmlns:a="http://schemas.openxmlformats.org/drawingml/2006/main"/>
        </p:blipFill>
        <p:spPr>
          <a:xfrm xmlns:a="http://schemas.openxmlformats.org/drawingml/2006/main">
            <a:off x="790575" y="3962400"/>
            <a:ext cx="333375" cy="333375"/>
          </a:xfrm>
          <a:prstGeom xmlns:a="http://schemas.openxmlformats.org/drawingml/2006/main" prst="rect">
            <a:avLst/>
          </a:prstGeom>
        </p:spPr>
      </p:pic>
      <p:grpSp>
        <p:nvGrpSpPr>
          <p:cNvPr id="338" name="Input PNG"/>
          <p:cNvGrpSpPr/>
          <p:nvPr/>
        </p:nvGrpSpPr>
        <p:grpSpPr>
          <ns1:xfrm xmlns:ns1="http://schemas.openxmlformats.org/drawingml/2006/main">
            <ns1:off x="619125" y="4752975"/>
            <ns1:ext cx="685800" cy="1047750"/>
            <ns1:chOff x="619125" y="4752975"/>
            <ns1:chExt cx="685800" cy="1047750"/>
          </ns1:xfrm>
        </p:grpSpPr>
        <p:sp>
          <p:nvSpPr>
            <p:cNvPr id="42" name="file-PNG">
              <a:extLst xmlns:a="http://schemas.openxmlformats.org/drawingml/2006/main">
                <a:ext uri="{FF2B5EF4-FFF2-40B4-BE49-F238E27FC236}">
                  <a16:creationId xmlns:a16="http://schemas.microsoft.com/office/drawing/2014/main" id="{B05E7179-7C5C-47FA-A832-D51B453157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4752975"/>
              <a:ext cx="561975" cy="771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2F1EE"/>
            </a:solidFill>
            <a:ln xmlns:a="http://schemas.openxmlformats.org/drawingml/2006/main" w="11430">
              <a:solidFill>
                <a:srgbClr val="777777"/>
              </a:solidFill>
              <a:prstDash val="solid"/>
            </a:ln>
          </p:spPr>
        </p:sp>
        <p:sp>
          <p:nvSpPr>
            <p:cNvPr id="43" name="file-PNG-type-tab">
              <a:extLst xmlns:a="http://schemas.openxmlformats.org/drawingml/2006/main">
                <a:ext uri="{FF2B5EF4-FFF2-40B4-BE49-F238E27FC236}">
                  <a16:creationId xmlns:a16="http://schemas.microsoft.com/office/drawing/2014/main" id="{E5B26FF5-1032-41A7-938D-011BF2C56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848225"/>
              <a:ext cx="361950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777777"/>
              </a:solidFill>
              <a:prstDash val="solid"/>
            </a:ln>
          </p:spPr>
        </p:sp>
        <p:sp>
          <p:nvSpPr>
            <p:cNvPr id="44" name="file-PNG-type">
              <a:extLst xmlns:a="http://schemas.openxmlformats.org/drawingml/2006/main">
                <a:ext uri="{FF2B5EF4-FFF2-40B4-BE49-F238E27FC236}">
                  <a16:creationId xmlns:a16="http://schemas.microsoft.com/office/drawing/2014/main" id="{B8996F01-1E64-4148-83CC-5826E76C6C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857750"/>
              <a:ext cx="3238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PNG</a:t>
              </a:r>
            </a:p>
          </p:txBody>
        </p:sp>
        <p:sp>
          <p:nvSpPr>
            <p:cNvPr id="45" name="file-PNG-caption">
              <a:extLst xmlns:a="http://schemas.openxmlformats.org/drawingml/2006/main">
                <a:ext uri="{FF2B5EF4-FFF2-40B4-BE49-F238E27FC236}">
                  <a16:creationId xmlns:a16="http://schemas.microsoft.com/office/drawing/2014/main" id="{CD09AEF9-1EFB-4FEC-B152-B71482D5C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5572125"/>
              <a:ext cx="685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PNG</a:t>
              </a:r>
            </a:p>
          </p:txBody>
        </p:sp>
        <p:sp>
          <p:nvSpPr>
            <p:cNvPr id="46" name="png-transparency-0-0">
              <a:extLst xmlns:a="http://schemas.openxmlformats.org/drawingml/2006/main">
                <a:ext uri="{FF2B5EF4-FFF2-40B4-BE49-F238E27FC236}">
                  <a16:creationId xmlns:a16="http://schemas.microsoft.com/office/drawing/2014/main" id="{FC62E335-5B5E-499C-BB3A-A37C2C9591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0575" y="51625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47" name="png-transparency-0-1">
              <a:extLst xmlns:a="http://schemas.openxmlformats.org/drawingml/2006/main">
                <a:ext uri="{FF2B5EF4-FFF2-40B4-BE49-F238E27FC236}">
                  <a16:creationId xmlns:a16="http://schemas.microsoft.com/office/drawing/2014/main" id="{1EEAE33F-5D3D-49CF-9FD4-4443386C4C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7725" y="51625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48" name="png-transparency-0-2">
              <a:extLst xmlns:a="http://schemas.openxmlformats.org/drawingml/2006/main">
                <a:ext uri="{FF2B5EF4-FFF2-40B4-BE49-F238E27FC236}">
                  <a16:creationId xmlns:a16="http://schemas.microsoft.com/office/drawing/2014/main" id="{EEC2AAEC-90CB-4109-A78E-CB7C7949FA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1625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49" name="png-transparency-0-3">
              <a:extLst xmlns:a="http://schemas.openxmlformats.org/drawingml/2006/main">
                <a:ext uri="{FF2B5EF4-FFF2-40B4-BE49-F238E27FC236}">
                  <a16:creationId xmlns:a16="http://schemas.microsoft.com/office/drawing/2014/main" id="{BC42CAB4-1D28-4FD6-A805-6601DED7E3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" y="51625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0" name="png-transparency-0-4">
              <a:extLst xmlns:a="http://schemas.openxmlformats.org/drawingml/2006/main">
                <a:ext uri="{FF2B5EF4-FFF2-40B4-BE49-F238E27FC236}">
                  <a16:creationId xmlns:a16="http://schemas.microsoft.com/office/drawing/2014/main" id="{8C414EED-058B-428F-8A3A-89919A3FB1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" y="51625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1" name="png-transparency-1-0">
              <a:extLst xmlns:a="http://schemas.openxmlformats.org/drawingml/2006/main">
                <a:ext uri="{FF2B5EF4-FFF2-40B4-BE49-F238E27FC236}">
                  <a16:creationId xmlns:a16="http://schemas.microsoft.com/office/drawing/2014/main" id="{6B44E252-4B4D-464A-8EC0-BD06043D2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0575" y="52197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2" name="png-transparency-1-1">
              <a:extLst xmlns:a="http://schemas.openxmlformats.org/drawingml/2006/main">
                <a:ext uri="{FF2B5EF4-FFF2-40B4-BE49-F238E27FC236}">
                  <a16:creationId xmlns:a16="http://schemas.microsoft.com/office/drawing/2014/main" id="{5CD1C26F-0031-4CC4-AD92-E1BC61D5C4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7725" y="52197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3" name="png-transparency-1-2">
              <a:extLst xmlns:a="http://schemas.openxmlformats.org/drawingml/2006/main">
                <a:ext uri="{FF2B5EF4-FFF2-40B4-BE49-F238E27FC236}">
                  <a16:creationId xmlns:a16="http://schemas.microsoft.com/office/drawing/2014/main" id="{A3849645-98BF-4B33-A2FE-09C951DD1E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2197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4" name="png-transparency-1-3">
              <a:extLst xmlns:a="http://schemas.openxmlformats.org/drawingml/2006/main">
                <a:ext uri="{FF2B5EF4-FFF2-40B4-BE49-F238E27FC236}">
                  <a16:creationId xmlns:a16="http://schemas.microsoft.com/office/drawing/2014/main" id="{00A17A94-DB21-4787-B61A-DC0C1AA53C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" y="52197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5" name="png-transparency-1-4">
              <a:extLst xmlns:a="http://schemas.openxmlformats.org/drawingml/2006/main">
                <a:ext uri="{FF2B5EF4-FFF2-40B4-BE49-F238E27FC236}">
                  <a16:creationId xmlns:a16="http://schemas.microsoft.com/office/drawing/2014/main" id="{0D38D0C4-D3A5-4107-BD31-CF330D5FF8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" y="52197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6" name="png-transparency-2-0">
              <a:extLst xmlns:a="http://schemas.openxmlformats.org/drawingml/2006/main">
                <a:ext uri="{FF2B5EF4-FFF2-40B4-BE49-F238E27FC236}">
                  <a16:creationId xmlns:a16="http://schemas.microsoft.com/office/drawing/2014/main" id="{B53D4239-4183-4D8C-86F3-A0AB04F811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0575" y="52768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7" name="png-transparency-2-1">
              <a:extLst xmlns:a="http://schemas.openxmlformats.org/drawingml/2006/main">
                <a:ext uri="{FF2B5EF4-FFF2-40B4-BE49-F238E27FC236}">
                  <a16:creationId xmlns:a16="http://schemas.microsoft.com/office/drawing/2014/main" id="{1635C3E8-14D0-4183-A5E0-1FB73FE4B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7725" y="52768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8" name="png-transparency-2-2">
              <a:extLst xmlns:a="http://schemas.openxmlformats.org/drawingml/2006/main">
                <a:ext uri="{FF2B5EF4-FFF2-40B4-BE49-F238E27FC236}">
                  <a16:creationId xmlns:a16="http://schemas.microsoft.com/office/drawing/2014/main" id="{9D1A6F58-7F6F-4DDD-8925-2EA315DD6B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2768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9" name="png-transparency-2-3">
              <a:extLst xmlns:a="http://schemas.openxmlformats.org/drawingml/2006/main">
                <a:ext uri="{FF2B5EF4-FFF2-40B4-BE49-F238E27FC236}">
                  <a16:creationId xmlns:a16="http://schemas.microsoft.com/office/drawing/2014/main" id="{AF21C972-EBFC-43D8-9D4C-9AD53B5600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" y="52768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0" name="png-transparency-2-4">
              <a:extLst xmlns:a="http://schemas.openxmlformats.org/drawingml/2006/main">
                <a:ext uri="{FF2B5EF4-FFF2-40B4-BE49-F238E27FC236}">
                  <a16:creationId xmlns:a16="http://schemas.microsoft.com/office/drawing/2014/main" id="{4A114223-FCAA-4586-877C-972A621BA4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" y="52768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1" name="png-transparency-3-0">
              <a:extLst xmlns:a="http://schemas.openxmlformats.org/drawingml/2006/main">
                <a:ext uri="{FF2B5EF4-FFF2-40B4-BE49-F238E27FC236}">
                  <a16:creationId xmlns:a16="http://schemas.microsoft.com/office/drawing/2014/main" id="{BB1100B3-2E1C-4A89-85AD-98420559C9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0575" y="53340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2" name="png-transparency-3-1">
              <a:extLst xmlns:a="http://schemas.openxmlformats.org/drawingml/2006/main">
                <a:ext uri="{FF2B5EF4-FFF2-40B4-BE49-F238E27FC236}">
                  <a16:creationId xmlns:a16="http://schemas.microsoft.com/office/drawing/2014/main" id="{5759DD62-8B0F-4D33-8439-AB5BFA3E8D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7725" y="53340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3" name="png-transparency-3-2">
              <a:extLst xmlns:a="http://schemas.openxmlformats.org/drawingml/2006/main">
                <a:ext uri="{FF2B5EF4-FFF2-40B4-BE49-F238E27FC236}">
                  <a16:creationId xmlns:a16="http://schemas.microsoft.com/office/drawing/2014/main" id="{3D5E8E19-F594-448B-98F0-8633A48CDC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3340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4" name="png-transparency-3-3">
              <a:extLst xmlns:a="http://schemas.openxmlformats.org/drawingml/2006/main">
                <a:ext uri="{FF2B5EF4-FFF2-40B4-BE49-F238E27FC236}">
                  <a16:creationId xmlns:a16="http://schemas.microsoft.com/office/drawing/2014/main" id="{38F9E312-554C-4E6A-95F2-5FC6412C80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" y="53340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5" name="png-transparency-3-4">
              <a:extLst xmlns:a="http://schemas.openxmlformats.org/drawingml/2006/main">
                <a:ext uri="{FF2B5EF4-FFF2-40B4-BE49-F238E27FC236}">
                  <a16:creationId xmlns:a16="http://schemas.microsoft.com/office/drawing/2014/main" id="{267E997C-BD62-4F94-B123-EE9C30B918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" y="533400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6" name="png-transparency-4-0">
              <a:extLst xmlns:a="http://schemas.openxmlformats.org/drawingml/2006/main">
                <a:ext uri="{FF2B5EF4-FFF2-40B4-BE49-F238E27FC236}">
                  <a16:creationId xmlns:a16="http://schemas.microsoft.com/office/drawing/2014/main" id="{2309C813-E4E6-4F53-B21E-7EF836A468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0575" y="53911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7" name="png-transparency-4-1">
              <a:extLst xmlns:a="http://schemas.openxmlformats.org/drawingml/2006/main">
                <a:ext uri="{FF2B5EF4-FFF2-40B4-BE49-F238E27FC236}">
                  <a16:creationId xmlns:a16="http://schemas.microsoft.com/office/drawing/2014/main" id="{59326678-C2E4-43D0-B21D-BF77175A61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7725" y="53911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8" name="png-transparency-4-2">
              <a:extLst xmlns:a="http://schemas.openxmlformats.org/drawingml/2006/main">
                <a:ext uri="{FF2B5EF4-FFF2-40B4-BE49-F238E27FC236}">
                  <a16:creationId xmlns:a16="http://schemas.microsoft.com/office/drawing/2014/main" id="{D60379B9-2E12-4363-99AF-58C6987F5A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3911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9" name="png-transparency-4-3">
              <a:extLst xmlns:a="http://schemas.openxmlformats.org/drawingml/2006/main">
                <a:ext uri="{FF2B5EF4-FFF2-40B4-BE49-F238E27FC236}">
                  <a16:creationId xmlns:a16="http://schemas.microsoft.com/office/drawing/2014/main" id="{7941EE62-E065-4EF1-9D12-8992C97C06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" y="53911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70" name="png-transparency-4-4">
              <a:extLst xmlns:a="http://schemas.openxmlformats.org/drawingml/2006/main">
                <a:ext uri="{FF2B5EF4-FFF2-40B4-BE49-F238E27FC236}">
                  <a16:creationId xmlns:a16="http://schemas.microsoft.com/office/drawing/2014/main" id="{37F97E4C-4B66-470C-BE10-823F75A148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" y="5391150"/>
              <a:ext cx="57150" cy="57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  <a:prstDash val="solid"/>
            </a:ln>
          </p:spPr>
        </p:sp>
      </p:grpSp>
      <p:grpSp>
        <p:nvGrpSpPr>
          <p:cNvPr id="339" name="Input XLS"/>
          <p:cNvGrpSpPr/>
          <p:nvPr/>
        </p:nvGrpSpPr>
        <p:grpSpPr>
          <ns1:xfrm xmlns:ns1="http://schemas.openxmlformats.org/drawingml/2006/main">
            <ns1:off x="619125" y="5924550"/>
            <ns1:ext cx="685800" cy="1047750"/>
            <ns1:chOff x="619125" y="5924550"/>
            <ns1:chExt cx="685800" cy="1047750"/>
          </ns1:xfrm>
        </p:grpSpPr>
        <p:sp>
          <p:nvSpPr>
            <p:cNvPr id="71" name="file-XLS">
              <a:extLst xmlns:a="http://schemas.openxmlformats.org/drawingml/2006/main">
                <a:ext uri="{FF2B5EF4-FFF2-40B4-BE49-F238E27FC236}">
                  <a16:creationId xmlns:a16="http://schemas.microsoft.com/office/drawing/2014/main" id="{42A123C1-B240-4905-AAC0-4AF5855EEA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5924550"/>
              <a:ext cx="561975" cy="771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3F8FE"/>
            </a:solidFill>
            <a:ln xmlns:a="http://schemas.openxmlformats.org/drawingml/2006/main" w="11430">
              <a:solidFill>
                <a:srgbClr val="777777"/>
              </a:solidFill>
              <a:prstDash val="solid"/>
            </a:ln>
          </p:spPr>
        </p:sp>
        <p:sp>
          <p:nvSpPr>
            <p:cNvPr id="72" name="file-XLS-type-tab">
              <a:extLst xmlns:a="http://schemas.openxmlformats.org/drawingml/2006/main">
                <a:ext uri="{FF2B5EF4-FFF2-40B4-BE49-F238E27FC236}">
                  <a16:creationId xmlns:a16="http://schemas.microsoft.com/office/drawing/2014/main" id="{5122D04B-529B-4632-A5D0-16EEEC6D22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6019800"/>
              <a:ext cx="361950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777777"/>
              </a:solidFill>
              <a:prstDash val="solid"/>
            </a:ln>
          </p:spPr>
        </p:sp>
        <p:sp>
          <p:nvSpPr>
            <p:cNvPr id="73" name="file-XLS-type">
              <a:extLst xmlns:a="http://schemas.openxmlformats.org/drawingml/2006/main">
                <a:ext uri="{FF2B5EF4-FFF2-40B4-BE49-F238E27FC236}">
                  <a16:creationId xmlns:a16="http://schemas.microsoft.com/office/drawing/2014/main" id="{AD253638-E213-4775-9F43-15EFB7A716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6029325"/>
              <a:ext cx="3238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XLS</a:t>
              </a:r>
            </a:p>
          </p:txBody>
        </p:sp>
        <p:sp>
          <p:nvSpPr>
            <p:cNvPr id="74" name="file-XLS-caption">
              <a:extLst xmlns:a="http://schemas.openxmlformats.org/drawingml/2006/main">
                <a:ext uri="{FF2B5EF4-FFF2-40B4-BE49-F238E27FC236}">
                  <a16:creationId xmlns:a16="http://schemas.microsoft.com/office/drawing/2014/main" id="{02618EA9-17A0-4B82-B5E7-8E11E6E713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6743700"/>
              <a:ext cx="685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XLS</a:t>
              </a:r>
            </a:p>
          </p:txBody>
        </p:sp>
        <p:sp>
          <p:nvSpPr>
            <p:cNvPr id="75" name="file-chart-0">
              <a:extLst xmlns:a="http://schemas.openxmlformats.org/drawingml/2006/main">
                <a:ext uri="{FF2B5EF4-FFF2-40B4-BE49-F238E27FC236}">
                  <a16:creationId xmlns:a16="http://schemas.microsoft.com/office/drawing/2014/main" id="{91FAB8FA-1EB0-4247-8AA1-F3BE797292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0100" y="6477000"/>
              <a:ext cx="47625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6D9E5"/>
            </a:solidFill>
            <a:ln xmlns:a="http://schemas.openxmlformats.org/drawingml/2006/main" w="6668">
              <a:solidFill>
                <a:srgbClr val="333333"/>
              </a:solidFill>
              <a:prstDash val="solid"/>
            </a:ln>
          </p:spPr>
        </p:sp>
        <p:sp>
          <p:nvSpPr>
            <p:cNvPr id="76" name="file-chart-1">
              <a:extLst xmlns:a="http://schemas.openxmlformats.org/drawingml/2006/main">
                <a:ext uri="{FF2B5EF4-FFF2-40B4-BE49-F238E27FC236}">
                  <a16:creationId xmlns:a16="http://schemas.microsoft.com/office/drawing/2014/main" id="{BE32624C-F0C4-4C3E-A34A-4BB11EF599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6353175"/>
              <a:ext cx="47625" cy="2667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9CA3"/>
            </a:solidFill>
            <a:ln xmlns:a="http://schemas.openxmlformats.org/drawingml/2006/main" w="6668">
              <a:solidFill>
                <a:srgbClr val="333333"/>
              </a:solidFill>
              <a:prstDash val="solid"/>
            </a:ln>
          </p:spPr>
        </p:sp>
        <p:sp>
          <p:nvSpPr>
            <p:cNvPr id="77" name="file-chart-2">
              <a:extLst xmlns:a="http://schemas.openxmlformats.org/drawingml/2006/main">
                <a:ext uri="{FF2B5EF4-FFF2-40B4-BE49-F238E27FC236}">
                  <a16:creationId xmlns:a16="http://schemas.microsoft.com/office/drawing/2014/main" id="{13A8D26D-E1DB-4B56-9278-93C2D4FEA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6419850"/>
              <a:ext cx="47625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E5A9"/>
            </a:solidFill>
            <a:ln xmlns:a="http://schemas.openxmlformats.org/drawingml/2006/main" w="6668">
              <a:solidFill>
                <a:srgbClr val="333333"/>
              </a:solidFill>
              <a:prstDash val="solid"/>
            </a:ln>
          </p:spPr>
        </p:sp>
        <p:sp>
          <p:nvSpPr>
            <p:cNvPr id="78" name="file-chart-3">
              <a:extLst xmlns:a="http://schemas.openxmlformats.org/drawingml/2006/main">
                <a:ext uri="{FF2B5EF4-FFF2-40B4-BE49-F238E27FC236}">
                  <a16:creationId xmlns:a16="http://schemas.microsoft.com/office/drawing/2014/main" id="{079842EE-0A6F-4C2D-9A23-0E4D4E9748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6438900"/>
              <a:ext cx="47625" cy="1809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7D5A1"/>
            </a:solidFill>
            <a:ln xmlns:a="http://schemas.openxmlformats.org/drawingml/2006/main" w="6668">
              <a:solidFill>
                <a:srgbClr val="333333"/>
              </a:solidFill>
              <a:prstDash val="solid"/>
            </a:ln>
          </p:spPr>
        </p:sp>
      </p:grpSp>
      <p:grpSp>
        <p:nvGrpSpPr>
          <p:cNvPr id="340" name="Input PDF"/>
          <p:cNvGrpSpPr/>
          <p:nvPr/>
        </p:nvGrpSpPr>
        <p:grpSpPr>
          <ns1:xfrm xmlns:ns1="http://schemas.openxmlformats.org/drawingml/2006/main">
            <ns1:off x="619125" y="7096125"/>
            <ns1:ext cx="685800" cy="1009650"/>
            <ns1:chOff x="619125" y="7096125"/>
            <ns1:chExt cx="685800" cy="1009650"/>
          </ns1:xfrm>
        </p:grpSpPr>
        <p:sp>
          <p:nvSpPr>
            <p:cNvPr id="79" name="file-PDF">
              <a:extLst xmlns:a="http://schemas.openxmlformats.org/drawingml/2006/main">
                <a:ext uri="{FF2B5EF4-FFF2-40B4-BE49-F238E27FC236}">
                  <a16:creationId xmlns:a16="http://schemas.microsoft.com/office/drawing/2014/main" id="{EF316C19-97EE-45FF-BCE0-3D438C5E88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7096125"/>
              <a:ext cx="561975" cy="771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8F4"/>
            </a:solidFill>
            <a:ln xmlns:a="http://schemas.openxmlformats.org/drawingml/2006/main" w="11430">
              <a:solidFill>
                <a:srgbClr val="777777"/>
              </a:solidFill>
              <a:prstDash val="solid"/>
            </a:ln>
          </p:spPr>
        </p:sp>
        <p:sp>
          <p:nvSpPr>
            <p:cNvPr id="80" name="file-PDF-type-tab">
              <a:extLst xmlns:a="http://schemas.openxmlformats.org/drawingml/2006/main">
                <a:ext uri="{FF2B5EF4-FFF2-40B4-BE49-F238E27FC236}">
                  <a16:creationId xmlns:a16="http://schemas.microsoft.com/office/drawing/2014/main" id="{42CEE7F8-14A0-4EFB-A1D1-B8B0EFB4A7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7191375"/>
              <a:ext cx="361950" cy="2000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777777"/>
              </a:solidFill>
              <a:prstDash val="solid"/>
            </a:ln>
          </p:spPr>
        </p:sp>
        <p:sp>
          <p:nvSpPr>
            <p:cNvPr id="81" name="file-PDF-type">
              <a:extLst xmlns:a="http://schemas.openxmlformats.org/drawingml/2006/main">
                <a:ext uri="{FF2B5EF4-FFF2-40B4-BE49-F238E27FC236}">
                  <a16:creationId xmlns:a16="http://schemas.microsoft.com/office/drawing/2014/main" id="{F9CA19EF-DADA-4B9C-8219-5F8E7AA41E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7200900"/>
              <a:ext cx="3238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9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PDF</a:t>
              </a:r>
            </a:p>
          </p:txBody>
        </p:sp>
        <p:sp>
          <p:nvSpPr>
            <p:cNvPr id="82" name="file-PDF-caption">
              <a:extLst xmlns:a="http://schemas.openxmlformats.org/drawingml/2006/main">
                <a:ext uri="{FF2B5EF4-FFF2-40B4-BE49-F238E27FC236}">
                  <a16:creationId xmlns:a16="http://schemas.microsoft.com/office/drawing/2014/main" id="{39AA824C-76AC-497B-B016-E819BCB58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7896225"/>
              <a:ext cx="6858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PDF</a:t>
              </a:r>
            </a:p>
          </p:txBody>
        </p:sp>
      </p:grp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8979FB-E328-4DEC-836B-0318AB967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117dce57144ef"/>
          <a:stretch xmlns:a="http://schemas.openxmlformats.org/drawingml/2006/main"/>
        </p:blipFill>
        <p:spPr>
          <a:xfrm xmlns:a="http://schemas.openxmlformats.org/drawingml/2006/main">
            <a:off x="790575" y="7477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4" name="documents-more">
            <a:extLst xmlns:a="http://schemas.openxmlformats.org/drawingml/2006/main">
              <a:ext uri="{FF2B5EF4-FFF2-40B4-BE49-F238E27FC236}">
                <a16:creationId xmlns:a16="http://schemas.microsoft.com/office/drawing/2014/main" id="{7207827F-E243-4190-89F1-FE2C979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463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85" name="structured-content-heading">
            <a:extLst xmlns:a="http://schemas.openxmlformats.org/drawingml/2006/main">
              <a:ext uri="{FF2B5EF4-FFF2-40B4-BE49-F238E27FC236}">
                <a16:creationId xmlns:a16="http://schemas.microsoft.com/office/drawing/2014/main" id="{CE2E40C2-E222-4C5B-A464-E216D85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447800"/>
            <a:ext cx="2609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Structured Content List</a:t>
            </a:r>
          </a:p>
        </p:txBody>
      </p:sp>
      <p:sp>
        <p:nvSpPr>
          <p:cNvPr id="86" name="parse-text-curve">
            <a:extLst xmlns:a="http://schemas.openxmlformats.org/drawingml/2006/main">
              <a:ext uri="{FF2B5EF4-FFF2-40B4-BE49-F238E27FC236}">
                <a16:creationId xmlns:a16="http://schemas.microsoft.com/office/drawing/2014/main" id="{96C4EBF5-BEAC-4E4B-B21D-B0CBFDE4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019300"/>
            <a:ext cx="2305050" cy="971550"/>
          </a:xfrm>
          <a:custGeom xmlns:a="http://schemas.openxmlformats.org/drawingml/2006/main">
            <a:pathLst>
              <a:path w="2305050" h="971550">
                <a:moveTo>
                  <a:pt x="0" y="0"/>
                </a:moveTo>
                <a:lnTo>
                  <a:pt x="0" y="657225"/>
                </a:lnTo>
                <a:cubicBezTo>
                  <a:pt x="0" y="933450"/>
                  <a:pt x="323850" y="971550"/>
                  <a:pt x="571500" y="971550"/>
                </a:cubicBezTo>
                <a:lnTo>
                  <a:pt x="2162175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04775">
            <a:solidFill>
              <a:srgbClr val="E1F1ED"/>
            </a:solidFill>
            <a:prstDash val="solid"/>
          </a:ln>
        </p:spPr>
      </p:sp>
      <p:cxnSp>
        <p:nvCxnSpPr>
          <p:cNvPr id="87" name="parse-text-tip-shaft">
            <a:extLst xmlns:a="http://schemas.openxmlformats.org/drawingml/2006/main">
              <a:ext uri="{FF2B5EF4-FFF2-40B4-BE49-F238E27FC236}">
                <a16:creationId xmlns:a16="http://schemas.microsoft.com/office/drawing/2014/main" id="{A322E187-670E-4264-A55E-6D96B0838C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95775" y="2990850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104775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8" name="parse-text-tip-head">
            <a:extLst xmlns:a="http://schemas.openxmlformats.org/drawingml/2006/main">
              <a:ext uri="{FF2B5EF4-FFF2-40B4-BE49-F238E27FC236}">
                <a16:creationId xmlns:a16="http://schemas.microsoft.com/office/drawing/2014/main" id="{F18E7EE4-F5A6-4EBF-8FEB-42845AB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9410"/>
            <a:ext cx="152400" cy="182880"/>
          </a:xfrm>
          <a:custGeom xmlns:a="http://schemas.openxmlformats.org/drawingml/2006/main">
            <a:pathLst>
              <a:path w="152400" h="182880">
                <a:moveTo>
                  <a:pt x="152400" y="91440"/>
                </a:move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rse-text-label">
            <a:extLst xmlns:a="http://schemas.openxmlformats.org/drawingml/2006/main">
              <a:ext uri="{FF2B5EF4-FFF2-40B4-BE49-F238E27FC236}">
                <a16:creationId xmlns:a16="http://schemas.microsoft.com/office/drawing/2014/main" id="{811D06E2-3860-4ECD-8573-9459C316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24100"/>
            <a:ext cx="2371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Hierarchical Text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Extraction</a:t>
            </a:r>
          </a:p>
        </p:txBody>
      </p:sp>
      <p:sp>
        <p:nvSpPr>
          <p:cNvPr id="90" name="parse-image-curve">
            <a:extLst xmlns:a="http://schemas.openxmlformats.org/drawingml/2006/main">
              <a:ext uri="{FF2B5EF4-FFF2-40B4-BE49-F238E27FC236}">
                <a16:creationId xmlns:a16="http://schemas.microsoft.com/office/drawing/2014/main" id="{44E966D1-1FCA-4BDF-BF8C-33FA621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019300"/>
            <a:ext cx="2305050" cy="2162175"/>
          </a:xfrm>
          <a:custGeom xmlns:a="http://schemas.openxmlformats.org/drawingml/2006/main">
            <a:pathLst>
              <a:path w="2305050" h="2162175">
                <a:moveTo>
                  <a:pt x="0" y="0"/>
                </a:moveTo>
                <a:lnTo>
                  <a:pt x="0" y="1847850"/>
                </a:lnTo>
                <a:cubicBezTo>
                  <a:pt x="0" y="2124075"/>
                  <a:pt x="323850" y="2162175"/>
                  <a:pt x="571500" y="2162175"/>
                </a:cubicBezTo>
                <a:lnTo>
                  <a:pt x="2162175" y="2162175"/>
                </a:lnTo>
              </a:path>
            </a:pathLst>
          </a:custGeom>
          <a:noFill xmlns:a="http://schemas.openxmlformats.org/drawingml/2006/main"/>
          <a:ln xmlns:a="http://schemas.openxmlformats.org/drawingml/2006/main" w="104775">
            <a:solidFill>
              <a:srgbClr val="E1F1ED"/>
            </a:solidFill>
            <a:prstDash val="solid"/>
          </a:ln>
        </p:spPr>
      </p:sp>
      <p:cxnSp>
        <p:nvCxnSpPr>
          <p:cNvPr id="91" name="parse-image-tip-shaft">
            <a:extLst xmlns:a="http://schemas.openxmlformats.org/drawingml/2006/main">
              <a:ext uri="{FF2B5EF4-FFF2-40B4-BE49-F238E27FC236}">
                <a16:creationId xmlns:a16="http://schemas.microsoft.com/office/drawing/2014/main" id="{C24156A0-7CB8-421D-A472-30106D6F6C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95775" y="4181475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104775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" name="parse-image-tip-head">
            <a:extLst xmlns:a="http://schemas.openxmlformats.org/drawingml/2006/main">
              <a:ext uri="{FF2B5EF4-FFF2-40B4-BE49-F238E27FC236}">
                <a16:creationId xmlns:a16="http://schemas.microsoft.com/office/drawing/2014/main" id="{A7D711AC-2F4A-41B7-8B1D-E3931EAC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0035"/>
            <a:ext cx="152400" cy="182880"/>
          </a:xfrm>
          <a:custGeom xmlns:a="http://schemas.openxmlformats.org/drawingml/2006/main">
            <a:pathLst>
              <a:path w="152400" h="182880">
                <a:moveTo>
                  <a:pt x="152400" y="91440"/>
                </a:move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rse-image-label">
            <a:extLst xmlns:a="http://schemas.openxmlformats.org/drawingml/2006/main">
              <a:ext uri="{FF2B5EF4-FFF2-40B4-BE49-F238E27FC236}">
                <a16:creationId xmlns:a16="http://schemas.microsoft.com/office/drawing/2014/main" id="{21768AF1-B016-4066-89BB-F590A96A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76625"/>
            <a:ext cx="2524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Image Caption &amp;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Metadata Extraction</a:t>
            </a:r>
          </a:p>
        </p:txBody>
      </p:sp>
      <p:sp>
        <p:nvSpPr>
          <p:cNvPr id="94" name="parse-equation-curve">
            <a:extLst xmlns:a="http://schemas.openxmlformats.org/drawingml/2006/main">
              <a:ext uri="{FF2B5EF4-FFF2-40B4-BE49-F238E27FC236}">
                <a16:creationId xmlns:a16="http://schemas.microsoft.com/office/drawing/2014/main" id="{18A8F461-D41F-44EC-B7A2-85DE496E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019300"/>
            <a:ext cx="2305050" cy="4152900"/>
          </a:xfrm>
          <a:custGeom xmlns:a="http://schemas.openxmlformats.org/drawingml/2006/main">
            <a:pathLst>
              <a:path w="2305050" h="4152900">
                <a:moveTo>
                  <a:pt x="0" y="0"/>
                </a:moveTo>
                <a:lnTo>
                  <a:pt x="0" y="3838575"/>
                </a:lnTo>
                <a:cubicBezTo>
                  <a:pt x="0" y="4114800"/>
                  <a:pt x="323850" y="4152900"/>
                  <a:pt x="571500" y="4152900"/>
                </a:cubicBezTo>
                <a:lnTo>
                  <a:pt x="2162175" y="4152900"/>
                </a:lnTo>
              </a:path>
            </a:pathLst>
          </a:custGeom>
          <a:noFill xmlns:a="http://schemas.openxmlformats.org/drawingml/2006/main"/>
          <a:ln xmlns:a="http://schemas.openxmlformats.org/drawingml/2006/main" w="104775">
            <a:solidFill>
              <a:srgbClr val="E1F1ED"/>
            </a:solidFill>
            <a:prstDash val="solid"/>
          </a:ln>
        </p:spPr>
      </p:sp>
      <p:cxnSp>
        <p:nvCxnSpPr>
          <p:cNvPr id="95" name="parse-equation-tip-shaft">
            <a:extLst xmlns:a="http://schemas.openxmlformats.org/drawingml/2006/main">
              <a:ext uri="{FF2B5EF4-FFF2-40B4-BE49-F238E27FC236}">
                <a16:creationId xmlns:a16="http://schemas.microsoft.com/office/drawing/2014/main" id="{42747EA1-CED2-4594-9EE4-BB119BD895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95775" y="6172200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104775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6" name="parse-equation-tip-head">
            <a:extLst xmlns:a="http://schemas.openxmlformats.org/drawingml/2006/main">
              <a:ext uri="{FF2B5EF4-FFF2-40B4-BE49-F238E27FC236}">
                <a16:creationId xmlns:a16="http://schemas.microsoft.com/office/drawing/2014/main" id="{C4EEF7E4-74A9-4F28-BB59-53F0191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80760"/>
            <a:ext cx="152400" cy="182880"/>
          </a:xfrm>
          <a:custGeom xmlns:a="http://schemas.openxmlformats.org/drawingml/2006/main">
            <a:pathLst>
              <a:path w="152400" h="182880">
                <a:moveTo>
                  <a:pt x="152400" y="91440"/>
                </a:move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rse-equation-label">
            <a:extLst xmlns:a="http://schemas.openxmlformats.org/drawingml/2006/main">
              <a:ext uri="{FF2B5EF4-FFF2-40B4-BE49-F238E27FC236}">
                <a16:creationId xmlns:a16="http://schemas.microsoft.com/office/drawing/2014/main" id="{86D1D23C-B730-4892-BB26-77B4C4B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76875"/>
            <a:ext cx="2400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LaTeX Equation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Recognition</a:t>
            </a:r>
          </a:p>
        </p:txBody>
      </p:sp>
      <p:sp>
        <p:nvSpPr>
          <p:cNvPr id="98" name="parse-table-curve">
            <a:extLst xmlns:a="http://schemas.openxmlformats.org/drawingml/2006/main">
              <a:ext uri="{FF2B5EF4-FFF2-40B4-BE49-F238E27FC236}">
                <a16:creationId xmlns:a16="http://schemas.microsoft.com/office/drawing/2014/main" id="{B94A14AF-64B6-4199-857A-F7470691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019300"/>
            <a:ext cx="2305050" cy="5867400"/>
          </a:xfrm>
          <a:custGeom xmlns:a="http://schemas.openxmlformats.org/drawingml/2006/main">
            <a:pathLst>
              <a:path w="2305050" h="5867400">
                <a:moveTo>
                  <a:pt x="0" y="0"/>
                </a:moveTo>
                <a:lnTo>
                  <a:pt x="0" y="5553075"/>
                </a:lnTo>
                <a:cubicBezTo>
                  <a:pt x="0" y="5829300"/>
                  <a:pt x="323850" y="5867400"/>
                  <a:pt x="571500" y="5867400"/>
                </a:cubicBezTo>
                <a:lnTo>
                  <a:pt x="2162175" y="5867400"/>
                </a:lnTo>
              </a:path>
            </a:pathLst>
          </a:custGeom>
          <a:noFill xmlns:a="http://schemas.openxmlformats.org/drawingml/2006/main"/>
          <a:ln xmlns:a="http://schemas.openxmlformats.org/drawingml/2006/main" w="104775">
            <a:solidFill>
              <a:srgbClr val="E1F1ED"/>
            </a:solidFill>
            <a:prstDash val="solid"/>
          </a:ln>
        </p:spPr>
      </p:sp>
      <p:cxnSp>
        <p:nvCxnSpPr>
          <p:cNvPr id="99" name="parse-table-tip-shaft">
            <a:extLst xmlns:a="http://schemas.openxmlformats.org/drawingml/2006/main">
              <a:ext uri="{FF2B5EF4-FFF2-40B4-BE49-F238E27FC236}">
                <a16:creationId xmlns:a16="http://schemas.microsoft.com/office/drawing/2014/main" id="{79BB1D97-B9BA-4E6F-A138-E10492469E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95775" y="7886700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104775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" name="parse-table-tip-head">
            <a:extLst xmlns:a="http://schemas.openxmlformats.org/drawingml/2006/main">
              <a:ext uri="{FF2B5EF4-FFF2-40B4-BE49-F238E27FC236}">
                <a16:creationId xmlns:a16="http://schemas.microsoft.com/office/drawing/2014/main" id="{A379C18E-AFD2-436C-A085-8F192305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795260"/>
            <a:ext cx="152400" cy="182880"/>
          </a:xfrm>
          <a:custGeom xmlns:a="http://schemas.openxmlformats.org/drawingml/2006/main">
            <a:pathLst>
              <a:path w="152400" h="182880">
                <a:moveTo>
                  <a:pt x="152400" y="91440"/>
                </a:move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rse-table-label">
            <a:extLst xmlns:a="http://schemas.openxmlformats.org/drawingml/2006/main">
              <a:ext uri="{FF2B5EF4-FFF2-40B4-BE49-F238E27FC236}">
                <a16:creationId xmlns:a16="http://schemas.microsoft.com/office/drawing/2014/main" id="{8C9E9F19-B8DF-41BA-B1E3-D3645DEA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26757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Table Structure &amp;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Content Parsing</a:t>
            </a:r>
          </a:p>
        </p:txBody>
      </p:sp>
      <p:grpSp>
        <p:nvGrpSpPr>
          <p:cNvPr id="341" name="text-info module"/>
          <p:cNvGrpSpPr/>
          <p:nvPr/>
        </p:nvGrpSpPr>
        <p:grpSpPr>
          <ns1:xfrm xmlns:ns1="http://schemas.openxmlformats.org/drawingml/2006/main">
            <ns1:off x="4143375" y="1323975"/>
            <ns1:ext cx="1409700" cy="1971675"/>
            <ns1:chOff x="4143375" y="1323975"/>
            <ns1:chExt cx="1409700" cy="1971675"/>
          </ns1:xfrm>
        </p:grpSpPr>
        <p:sp>
          <p:nvSpPr>
            <p:cNvPr id="102" name="text-info-background">
              <a:extLst xmlns:a="http://schemas.openxmlformats.org/drawingml/2006/main">
                <a:ext uri="{FF2B5EF4-FFF2-40B4-BE49-F238E27FC236}">
                  <a16:creationId xmlns:a16="http://schemas.microsoft.com/office/drawing/2014/main" id="{0500D37F-6922-46C6-8A62-F0292F1BA0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0" y="1323975"/>
              <a:ext cx="600075" cy="1971675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FBE3D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3" name="text-info-0">
              <a:extLst xmlns:a="http://schemas.openxmlformats.org/drawingml/2006/main">
                <a:ext uri="{FF2B5EF4-FFF2-40B4-BE49-F238E27FC236}">
                  <a16:creationId xmlns:a16="http://schemas.microsoft.com/office/drawing/2014/main" id="{325CDCB8-B659-4B84-BA28-251D05BDC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00625" y="1371600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04" name="text-info-1">
              <a:extLst xmlns:a="http://schemas.openxmlformats.org/drawingml/2006/main">
                <a:ext uri="{FF2B5EF4-FFF2-40B4-BE49-F238E27FC236}">
                  <a16:creationId xmlns:a16="http://schemas.microsoft.com/office/drawing/2014/main" id="{84CDA864-A191-4346-A4C8-95125C50D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00625" y="189547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05" name="text-info-2">
              <a:extLst xmlns:a="http://schemas.openxmlformats.org/drawingml/2006/main">
                <a:ext uri="{FF2B5EF4-FFF2-40B4-BE49-F238E27FC236}">
                  <a16:creationId xmlns:a16="http://schemas.microsoft.com/office/drawing/2014/main" id="{7870909C-791D-4EFD-B21A-CB6DF75D42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00625" y="2743200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06" name="text-info-ellipsis">
              <a:extLst xmlns:a="http://schemas.openxmlformats.org/drawingml/2006/main">
                <a:ext uri="{FF2B5EF4-FFF2-40B4-BE49-F238E27FC236}">
                  <a16:creationId xmlns:a16="http://schemas.microsoft.com/office/drawing/2014/main" id="{EAD9C165-DE71-40A4-A3DC-2CDB375D04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7775" y="2447925"/>
              <a:ext cx="361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...</a:t>
              </a:r>
            </a:p>
          </p:txBody>
        </p:sp>
        <p:sp>
          <p:nvSpPr>
            <p:cNvPr id="119" name="text-info-label">
              <a:extLst xmlns:a="http://schemas.openxmlformats.org/drawingml/2006/main">
                <a:ext uri="{FF2B5EF4-FFF2-40B4-BE49-F238E27FC236}">
                  <a16:creationId xmlns:a16="http://schemas.microsoft.com/office/drawing/2014/main" id="{65A6D7A8-88FF-4679-B4E2-C49F20F0FF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4143375" y="2085975"/>
              <a:ext cx="11239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Text Info</a:t>
              </a:r>
            </a:p>
          </p:txBody>
        </p:sp>
      </p:grpSp>
      <p:grpSp>
        <p:nvGrpSpPr>
          <p:cNvPr id="342" name="image-info module"/>
          <p:cNvGrpSpPr/>
          <p:nvPr/>
        </p:nvGrpSpPr>
        <p:grpSpPr>
          <ns1:xfrm xmlns:ns1="http://schemas.openxmlformats.org/drawingml/2006/main">
            <ns1:off x="4076700" y="3314700"/>
            <ns1:ext cx="1466850" cy="1123950"/>
            <ns1:chOff x="4076700" y="3314700"/>
            <ns1:chExt cx="1466850" cy="1123950"/>
          </ns1:xfrm>
        </p:grpSpPr>
        <p:sp>
          <p:nvSpPr>
            <p:cNvPr id="107" name="image-info-background">
              <a:extLst xmlns:a="http://schemas.openxmlformats.org/drawingml/2006/main">
                <a:ext uri="{FF2B5EF4-FFF2-40B4-BE49-F238E27FC236}">
                  <a16:creationId xmlns:a16="http://schemas.microsoft.com/office/drawing/2014/main" id="{2D1856A5-BD9C-45A9-A390-2A59FA4525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3475" y="3314700"/>
              <a:ext cx="600075" cy="112395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DAE5F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8" name="image-info-0">
              <a:extLst xmlns:a="http://schemas.openxmlformats.org/drawingml/2006/main">
                <a:ext uri="{FF2B5EF4-FFF2-40B4-BE49-F238E27FC236}">
                  <a16:creationId xmlns:a16="http://schemas.microsoft.com/office/drawing/2014/main" id="{183A1DB7-3AD0-4038-83D0-7AFBC4FA84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1100" y="336232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F3F8F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09" name="image-info-1">
              <a:extLst xmlns:a="http://schemas.openxmlformats.org/drawingml/2006/main">
                <a:ext uri="{FF2B5EF4-FFF2-40B4-BE49-F238E27FC236}">
                  <a16:creationId xmlns:a16="http://schemas.microsoft.com/office/drawing/2014/main" id="{28FD9F5E-5ED7-4601-8842-B154E90C95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1100" y="3886200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F3F8F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20" name="image-info-label">
              <a:extLst xmlns:a="http://schemas.openxmlformats.org/drawingml/2006/main">
                <a:ext uri="{FF2B5EF4-FFF2-40B4-BE49-F238E27FC236}">
                  <a16:creationId xmlns:a16="http://schemas.microsoft.com/office/drawing/2014/main" id="{4A7BDBB8-B6B2-4AE4-8B01-87078A14F0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4076700" y="3686175"/>
              <a:ext cx="12573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Image Info</a:t>
              </a:r>
            </a:p>
          </p:txBody>
        </p:sp>
      </p:grpSp>
      <p:grpSp>
        <p:nvGrpSpPr>
          <p:cNvPr id="343" name="equation-info module"/>
          <p:cNvGrpSpPr/>
          <p:nvPr/>
        </p:nvGrpSpPr>
        <p:grpSpPr>
          <ns1:xfrm xmlns:ns1="http://schemas.openxmlformats.org/drawingml/2006/main">
            <ns1:off x="3786188" y="4486275"/>
            <ns1:ext cx="1781175" cy="1962150"/>
            <ns1:chOff x="3786188" y="4486275"/>
            <ns1:chExt cx="1781175" cy="1962150"/>
          </ns1:xfrm>
        </p:grpSpPr>
        <p:sp>
          <p:nvSpPr>
            <p:cNvPr id="110" name="equation-info-background">
              <a:extLst xmlns:a="http://schemas.openxmlformats.org/drawingml/2006/main">
                <a:ext uri="{FF2B5EF4-FFF2-40B4-BE49-F238E27FC236}">
                  <a16:creationId xmlns:a16="http://schemas.microsoft.com/office/drawing/2014/main" id="{3DAE43F4-9D33-4688-952E-3FAE4988A5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3475" y="4486275"/>
              <a:ext cx="600075" cy="196215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DDCDEA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11" name="equation-info-0">
              <a:extLst xmlns:a="http://schemas.openxmlformats.org/drawingml/2006/main">
                <a:ext uri="{FF2B5EF4-FFF2-40B4-BE49-F238E27FC236}">
                  <a16:creationId xmlns:a16="http://schemas.microsoft.com/office/drawing/2014/main" id="{78413F13-99A3-4CDB-8083-F86383F140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1100" y="4533900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EFE5FA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12" name="equation-info-1">
              <a:extLst xmlns:a="http://schemas.openxmlformats.org/drawingml/2006/main">
                <a:ext uri="{FF2B5EF4-FFF2-40B4-BE49-F238E27FC236}">
                  <a16:creationId xmlns:a16="http://schemas.microsoft.com/office/drawing/2014/main" id="{A1E6480D-D6BF-4D61-AFC7-91C26DCFD3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1100" y="505777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EFE5FA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13" name="equation-info-2">
              <a:extLst xmlns:a="http://schemas.openxmlformats.org/drawingml/2006/main">
                <a:ext uri="{FF2B5EF4-FFF2-40B4-BE49-F238E27FC236}">
                  <a16:creationId xmlns:a16="http://schemas.microsoft.com/office/drawing/2014/main" id="{BBD95625-144C-48DE-A0CD-245267BC2B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1100" y="589597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EFE5FA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14" name="equation-info-ellipsis">
              <a:extLst xmlns:a="http://schemas.openxmlformats.org/drawingml/2006/main">
                <a:ext uri="{FF2B5EF4-FFF2-40B4-BE49-F238E27FC236}">
                  <a16:creationId xmlns:a16="http://schemas.microsoft.com/office/drawing/2014/main" id="{33CEF0BD-0A39-4031-A9ED-E324BDF47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7775" y="5581650"/>
              <a:ext cx="361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...</a:t>
              </a:r>
            </a:p>
          </p:txBody>
        </p:sp>
        <p:sp>
          <p:nvSpPr>
            <p:cNvPr id="121" name="equation-info-label">
              <a:extLst xmlns:a="http://schemas.openxmlformats.org/drawingml/2006/main">
                <a:ext uri="{FF2B5EF4-FFF2-40B4-BE49-F238E27FC236}">
                  <a16:creationId xmlns:a16="http://schemas.microsoft.com/office/drawing/2014/main" id="{4A472F5F-85DE-449C-B1AE-ECCEAF250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3786188" y="5362575"/>
              <a:ext cx="17811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Equation Info</a:t>
              </a:r>
            </a:p>
          </p:txBody>
        </p:sp>
      </p:grpSp>
      <p:grpSp>
        <p:nvGrpSpPr>
          <p:cNvPr id="344" name="table-info module"/>
          <p:cNvGrpSpPr/>
          <p:nvPr/>
        </p:nvGrpSpPr>
        <p:grpSpPr>
          <ns1:xfrm xmlns:ns1="http://schemas.openxmlformats.org/drawingml/2006/main">
            <ns1:off x="4090988" y="6477000"/>
            <ns1:ext cx="1443037" cy="1685925"/>
            <ns1:chOff x="4090988" y="6477000"/>
            <ns1:chExt cx="1443037" cy="1685925"/>
          </ns1:xfrm>
        </p:grpSpPr>
        <p:sp>
          <p:nvSpPr>
            <p:cNvPr id="115" name="table-info-background">
              <a:extLst xmlns:a="http://schemas.openxmlformats.org/drawingml/2006/main">
                <a:ext uri="{FF2B5EF4-FFF2-40B4-BE49-F238E27FC236}">
                  <a16:creationId xmlns:a16="http://schemas.microsoft.com/office/drawing/2014/main" id="{C18FAE58-17C5-40EE-9634-723E26F308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33950" y="6477000"/>
              <a:ext cx="600075" cy="1685925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9FCAC0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16" name="table-info-0">
              <a:extLst xmlns:a="http://schemas.openxmlformats.org/drawingml/2006/main">
                <a:ext uri="{FF2B5EF4-FFF2-40B4-BE49-F238E27FC236}">
                  <a16:creationId xmlns:a16="http://schemas.microsoft.com/office/drawing/2014/main" id="{07ED5F38-9EC7-4BDF-9756-11754CA9AB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1575" y="652462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E2F1E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17" name="table-info-1">
              <a:extLst xmlns:a="http://schemas.openxmlformats.org/drawingml/2006/main">
                <a:ext uri="{FF2B5EF4-FFF2-40B4-BE49-F238E27FC236}">
                  <a16:creationId xmlns:a16="http://schemas.microsoft.com/office/drawing/2014/main" id="{71E5558B-D4D1-4E48-A6B8-21A1B5A41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1575" y="705802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E2F1E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18" name="table-info-2">
              <a:extLst xmlns:a="http://schemas.openxmlformats.org/drawingml/2006/main">
                <a:ext uri="{FF2B5EF4-FFF2-40B4-BE49-F238E27FC236}">
                  <a16:creationId xmlns:a16="http://schemas.microsoft.com/office/drawing/2014/main" id="{C4451EC0-9689-425F-8147-784F705044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1575" y="7610475"/>
              <a:ext cx="504825" cy="504825"/>
            </a:xfrm>
            <a:prstGeom xmlns:a="http://schemas.openxmlformats.org/drawingml/2006/main" prst="roundRect">
              <a:avLst>
                <a:gd name="adj" fmla="val 18868"/>
              </a:avLst>
            </a:prstGeom>
            <a:solidFill xmlns:a="http://schemas.openxmlformats.org/drawingml/2006/main">
              <a:srgbClr val="E2F1EE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122" name="table-info-label">
              <a:extLst xmlns:a="http://schemas.openxmlformats.org/drawingml/2006/main">
                <a:ext uri="{FF2B5EF4-FFF2-40B4-BE49-F238E27FC236}">
                  <a16:creationId xmlns:a16="http://schemas.microsoft.com/office/drawing/2014/main" id="{36F2DDBD-FB9D-48BA-817E-41E4ACC2F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4090988" y="7153275"/>
              <a:ext cx="11906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Table Info</a:t>
              </a:r>
            </a:p>
          </p:txBody>
        </p:sp>
      </p:grpSp>
      <p:grpSp>
        <p:nvGrpSpPr>
          <p:cNvPr id="357" name="Text processing"/>
          <p:cNvGrpSpPr/>
          <p:nvPr/>
        </p:nvGrpSpPr>
        <p:grpSpPr>
          <ns1:xfrm xmlns:ns1="http://schemas.openxmlformats.org/drawingml/2006/main">
            <ns1:off x="6029325" y="1619250"/>
            <ns1:ext cx="1790700" cy="447675"/>
            <ns1:chOff x="6029325" y="1619250"/>
            <ns1:chExt cx="1790700" cy="447675"/>
          </ns1:xfrm>
        </p:grpSpPr>
        <p:sp>
          <p:nvSpPr>
            <p:cNvPr id="123" name="text-processing-boundary">
              <a:extLst xmlns:a="http://schemas.openxmlformats.org/drawingml/2006/main">
                <a:ext uri="{FF2B5EF4-FFF2-40B4-BE49-F238E27FC236}">
                  <a16:creationId xmlns:a16="http://schemas.microsoft.com/office/drawing/2014/main" id="{F2BCB532-D990-4B4E-A02A-29F9311526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29325" y="1619250"/>
              <a:ext cx="1790700" cy="447675"/>
            </a:xfrm>
            <a:prstGeom xmlns:a="http://schemas.openxmlformats.org/drawingml/2006/main" prst="roundRect">
              <a:avLst>
                <a:gd name="adj" fmla="val 4680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6670">
              <a:solidFill>
                <a:srgbClr val="111111"/>
              </a:solidFill>
              <a:prstDash val="dash"/>
            </a:ln>
          </p:spPr>
        </p:sp>
        <p:sp>
          <p:nvSpPr>
            <p:cNvPr id="124" name="text-processing-label">
              <a:extLst xmlns:a="http://schemas.openxmlformats.org/drawingml/2006/main">
                <a:ext uri="{FF2B5EF4-FFF2-40B4-BE49-F238E27FC236}">
                  <a16:creationId xmlns:a16="http://schemas.microsoft.com/office/drawing/2014/main" id="{E35E8EF2-DD6F-4C96-BB39-22E40798F6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0" y="1676400"/>
              <a:ext cx="16573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Text Info Processing</a:t>
              </a:r>
            </a:p>
          </p:txBody>
        </p:sp>
      </p:grpSp>
      <p:cxnSp>
        <p:nvCxnSpPr>
          <p:cNvPr id="125" name="text-processing-input">
            <a:extLst xmlns:a="http://schemas.openxmlformats.org/drawingml/2006/main">
              <a:ext uri="{FF2B5EF4-FFF2-40B4-BE49-F238E27FC236}">
                <a16:creationId xmlns:a16="http://schemas.microsoft.com/office/drawing/2014/main" id="{8DE7C373-F47A-4F0C-9B41-88F51286FFF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410325" y="2038350"/>
            <a:ext cx="9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358" name="Multimodal processing"/>
          <p:cNvGrpSpPr/>
          <p:nvPr/>
        </p:nvGrpSpPr>
        <p:grpSpPr>
          <ns1:xfrm xmlns:ns1="http://schemas.openxmlformats.org/drawingml/2006/main">
            <ns1:off x="6515100" y="2695575"/>
            <ns1:ext cx="2457450" cy="476250"/>
            <ns1:chOff x="6515100" y="2695575"/>
            <ns1:chExt cx="2457450" cy="476250"/>
          </ns1:xfrm>
        </p:grpSpPr>
        <p:sp>
          <p:nvSpPr>
            <p:cNvPr id="126" name="multimodal-processing-boundary">
              <a:extLst xmlns:a="http://schemas.openxmlformats.org/drawingml/2006/main">
                <a:ext uri="{FF2B5EF4-FFF2-40B4-BE49-F238E27FC236}">
                  <a16:creationId xmlns:a16="http://schemas.microsoft.com/office/drawing/2014/main" id="{B54C813F-FA7C-49BB-BC5B-1005C9D3F4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15100" y="2695575"/>
              <a:ext cx="2457450" cy="476250"/>
            </a:xfrm>
            <a:prstGeom xmlns:a="http://schemas.openxmlformats.org/drawingml/2006/main" prst="roundRect">
              <a:avLst>
                <a:gd name="adj" fmla="val 44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6670">
              <a:solidFill>
                <a:srgbClr val="111111"/>
              </a:solidFill>
              <a:prstDash val="dash"/>
            </a:ln>
          </p:spPr>
        </p:sp>
        <p:sp>
          <p:nvSpPr>
            <p:cNvPr id="127" name="multimodal-processing-label">
              <a:extLst xmlns:a="http://schemas.openxmlformats.org/drawingml/2006/main">
                <a:ext uri="{FF2B5EF4-FFF2-40B4-BE49-F238E27FC236}">
                  <a16:creationId xmlns:a16="http://schemas.microsoft.com/office/drawing/2014/main" id="{080FB300-5EE9-403E-9D78-9331B6B025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86550" y="2781300"/>
              <a:ext cx="22002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9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Multi-modal Info Processing</a:t>
              </a:r>
            </a:p>
          </p:txBody>
        </p:sp>
      </p:grpSp>
      <p:cxnSp>
        <p:nvCxnSpPr>
          <p:cNvPr id="128" name="multimodal-processing-input">
            <a:extLst xmlns:a="http://schemas.openxmlformats.org/drawingml/2006/main">
              <a:ext uri="{FF2B5EF4-FFF2-40B4-BE49-F238E27FC236}">
                <a16:creationId xmlns:a16="http://schemas.microsoft.com/office/drawing/2014/main" id="{E68E620D-3E5C-4BCD-B88B-8FB16AE850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86500" y="2943225"/>
            <a:ext cx="314325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0946C0B-35EC-41E6-9E69-2F1F983BF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bcc1da39b489e"/>
          <a:stretch xmlns:a="http://schemas.openxmlformats.org/drawingml/2006/main"/>
        </p:blipFill>
        <p:spPr>
          <a:xfrm xmlns:a="http://schemas.openxmlformats.org/drawingml/2006/main">
            <a:off x="7922895" y="1371600"/>
            <a:ext cx="403860" cy="419100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3B1637B-21BA-44F0-AEC7-56AC055B7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775a80adc4dbc"/>
          <a:stretch xmlns:a="http://schemas.openxmlformats.org/drawingml/2006/main"/>
        </p:blipFill>
        <p:spPr>
          <a:xfrm xmlns:a="http://schemas.openxmlformats.org/drawingml/2006/main">
            <a:off x="8419849" y="1381125"/>
            <a:ext cx="505326" cy="400050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42000D7-5B5D-4C5C-8FCE-A492FFD7E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8d0649e4b4e89"/>
          <a:stretch xmlns:a="http://schemas.openxmlformats.org/drawingml/2006/main"/>
        </p:blipFill>
        <p:spPr>
          <a:xfrm xmlns:a="http://schemas.openxmlformats.org/drawingml/2006/main">
            <a:off x="9033019" y="1362075"/>
            <a:ext cx="431511" cy="438150"/>
          </a:xfrm>
          <a:prstGeom xmlns:a="http://schemas.openxmlformats.org/drawingml/2006/main" prst="rect">
            <a:avLst/>
          </a:prstGeom>
        </p:spPr>
      </p:pic>
      <p:sp>
        <p:nvSpPr>
          <p:cNvPr id="132" name="entity-relation-extraction">
            <a:extLst xmlns:a="http://schemas.openxmlformats.org/drawingml/2006/main">
              <a:ext uri="{FF2B5EF4-FFF2-40B4-BE49-F238E27FC236}">
                <a16:creationId xmlns:a16="http://schemas.microsoft.com/office/drawing/2014/main" id="{7C1CED92-A6DA-4DEA-B5E3-F3045D9C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716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Entity &amp; Relation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Extraction</a:t>
            </a:r>
          </a:p>
        </p:txBody>
      </p:sp>
      <p:sp>
        <p:nvSpPr>
          <p:cNvPr id="133" name="multimodal-processors">
            <a:extLst xmlns:a="http://schemas.openxmlformats.org/drawingml/2006/main">
              <a:ext uri="{FF2B5EF4-FFF2-40B4-BE49-F238E27FC236}">
                <a16:creationId xmlns:a16="http://schemas.microsoft.com/office/drawing/2014/main" id="{1CA5FD05-E2C5-426B-90B5-D9D0F3E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90975"/>
            <a:ext cx="148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Multi-modal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Processors</a:t>
            </a:r>
          </a:p>
        </p:txBody>
      </p:sp>
      <p:sp>
        <p:nvSpPr>
          <p:cNvPr id="134" name="vlm-llm">
            <a:extLst xmlns:a="http://schemas.openxmlformats.org/drawingml/2006/main">
              <a:ext uri="{FF2B5EF4-FFF2-40B4-BE49-F238E27FC236}">
                <a16:creationId xmlns:a16="http://schemas.microsoft.com/office/drawing/2014/main" id="{813BAE17-A867-46BA-8D7A-8AA2D451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10125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VLM/LLM</a:t>
            </a:r>
          </a:p>
        </p:txBody>
      </p:sp>
      <p:sp>
        <p:nvSpPr>
          <p:cNvPr id="144" name="textual-info-ellipsis">
            <a:extLst xmlns:a="http://schemas.openxmlformats.org/drawingml/2006/main">
              <a:ext uri="{FF2B5EF4-FFF2-40B4-BE49-F238E27FC236}">
                <a16:creationId xmlns:a16="http://schemas.microsoft.com/office/drawing/2014/main" id="{51B7918D-D5C0-4459-A669-35C3BF3F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572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46" name="grounding-text-encoder">
            <a:extLst xmlns:a="http://schemas.openxmlformats.org/drawingml/2006/main">
              <a:ext uri="{FF2B5EF4-FFF2-40B4-BE49-F238E27FC236}">
                <a16:creationId xmlns:a16="http://schemas.microsoft.com/office/drawing/2014/main" id="{E41F2109-FC87-4B2A-83DA-9B278534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705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Text Encoder</a:t>
            </a:r>
          </a:p>
        </p:txBody>
      </p:sp>
      <p:sp>
        <p:nvSpPr>
          <p:cNvPr id="147" name="knowledge-graph-boundary">
            <a:extLst xmlns:a="http://schemas.openxmlformats.org/drawingml/2006/main">
              <a:ext uri="{FF2B5EF4-FFF2-40B4-BE49-F238E27FC236}">
                <a16:creationId xmlns:a16="http://schemas.microsoft.com/office/drawing/2014/main" id="{7928ECD3-7984-491A-B83F-B54AF95C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343025"/>
            <a:ext cx="5200650" cy="4210050"/>
          </a:xfrm>
          <a:prstGeom xmlns:a="http://schemas.openxmlformats.org/drawingml/2006/main" prst="roundRect">
            <a:avLst>
              <a:gd name="adj" fmla="val 10181"/>
            </a:avLst>
          </a:prstGeom>
          <a:noFill xmlns:a="http://schemas.openxmlformats.org/drawingml/2006/main"/>
          <a:ln xmlns:a="http://schemas.openxmlformats.org/drawingml/2006/main" w="26670">
            <a:solidFill>
              <a:srgbClr val="111111"/>
            </a:solidFill>
            <a:prstDash val="dash"/>
          </a:ln>
        </p:spPr>
      </p:sp>
      <p:sp>
        <p:nvSpPr>
          <p:cNvPr id="148" name="kg-heading-mask">
            <a:extLst xmlns:a="http://schemas.openxmlformats.org/drawingml/2006/main">
              <a:ext uri="{FF2B5EF4-FFF2-40B4-BE49-F238E27FC236}">
                <a16:creationId xmlns:a16="http://schemas.microsoft.com/office/drawing/2014/main" id="{AF2E0D19-A618-47C8-AB49-8C0AB474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190625"/>
            <a:ext cx="2066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knowledge-graph-heading">
            <a:extLst xmlns:a="http://schemas.openxmlformats.org/drawingml/2006/main">
              <a:ext uri="{FF2B5EF4-FFF2-40B4-BE49-F238E27FC236}">
                <a16:creationId xmlns:a16="http://schemas.microsoft.com/office/drawing/2014/main" id="{2452B488-8B5F-48F4-A486-6E4359C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1525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Knowledge Graph</a:t>
            </a:r>
          </a:p>
        </p:txBody>
      </p:sp>
      <p:sp>
        <p:nvSpPr>
          <p:cNvPr id="150" name="text-knowledge-heading">
            <a:extLst xmlns:a="http://schemas.openxmlformats.org/drawingml/2006/main">
              <a:ext uri="{FF2B5EF4-FFF2-40B4-BE49-F238E27FC236}">
                <a16:creationId xmlns:a16="http://schemas.microsoft.com/office/drawing/2014/main" id="{1A965C64-A194-48FC-BFD6-876EFA2E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5144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Text Knowledge Grounding</a:t>
            </a:r>
          </a:p>
        </p:txBody>
      </p:sp>
      <p:cxnSp>
        <p:nvCxnSpPr>
          <p:cNvPr id="151" name="knowledge-graph-divider">
            <a:extLst xmlns:a="http://schemas.openxmlformats.org/drawingml/2006/main">
              <a:ext uri="{FF2B5EF4-FFF2-40B4-BE49-F238E27FC236}">
                <a16:creationId xmlns:a16="http://schemas.microsoft.com/office/drawing/2014/main" id="{78295310-DCFC-41AD-8516-617084F94C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0" y="3400425"/>
            <a:ext cx="1981200" cy="9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11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52" name="multimodal-knowledge-heading">
            <a:extLst xmlns:a="http://schemas.openxmlformats.org/drawingml/2006/main">
              <a:ext uri="{FF2B5EF4-FFF2-40B4-BE49-F238E27FC236}">
                <a16:creationId xmlns:a16="http://schemas.microsoft.com/office/drawing/2014/main" id="{498B3E58-E8A7-4D1D-8B20-FCB224B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5433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Multi-modal Knowledge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grpSp>
        <p:nvGrpSpPr>
          <p:cNvPr id="347" name="text-graph module"/>
          <p:cNvGrpSpPr/>
          <p:nvPr/>
        </p:nvGrpSpPr>
        <p:grpSpPr>
          <ns1:xfrm xmlns:ns1="http://schemas.openxmlformats.org/drawingml/2006/main">
            <ns1:off x="9896475" y="1866900"/>
            <ns1:ext cx="2000250" cy="1352550"/>
            <ns1:chOff x="9896475" y="1866900"/>
            <ns1:chExt cx="2000250" cy="1352550"/>
          </ns1:xfrm>
        </p:grpSpPr>
        <p:cxnSp>
          <p:nvCxnSpPr>
            <p:cNvPr id="153" name="text-graph-edge-0">
              <a:extLst xmlns:a="http://schemas.openxmlformats.org/drawingml/2006/main">
                <a:ext uri="{FF2B5EF4-FFF2-40B4-BE49-F238E27FC236}">
                  <a16:creationId xmlns:a16="http://schemas.microsoft.com/office/drawing/2014/main" id="{F4912FC2-297D-403C-B1BA-098CEF4DA4F5}"/>
                </a:ext>
              </a:extLst>
            </p:cNvPr>
            <p:cNvCxnSpPr>
              <ns0:stCxn xmlns:ns0="http://schemas.openxmlformats.org/drawingml/2006/main" id="160" idx="3"/>
              <ns1:endCxn xmlns:ns1="http://schemas.openxmlformats.org/drawingml/2006/main" id="161" idx="1"/>
            </p:cNvCxnSpPr>
            <p:nvPr/>
          </p:nvCxnSpPr>
          <p:spPr>
            <a:xfrm xmlns:a="http://schemas.openxmlformats.org/drawingml/2006/main" flipH="0" flipV="1">
              <a:off x="10010775" y="1990725"/>
              <a:ext cx="533400" cy="3619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4" name="text-graph-edge-1">
              <a:extLst xmlns:a="http://schemas.openxmlformats.org/drawingml/2006/main">
                <a:ext uri="{FF2B5EF4-FFF2-40B4-BE49-F238E27FC236}">
                  <a16:creationId xmlns:a16="http://schemas.microsoft.com/office/drawing/2014/main" id="{C1C662A3-0C43-484E-BEC6-625C8BA137E1}"/>
                </a:ext>
              </a:extLst>
            </p:cNvPr>
            <p:cNvCxnSpPr>
              <ns2:stCxn xmlns:ns2="http://schemas.openxmlformats.org/drawingml/2006/main" id="160" idx="3"/>
              <ns3:endCxn xmlns:ns3="http://schemas.openxmlformats.org/drawingml/2006/main" id="162" idx="1"/>
            </p:cNvCxnSpPr>
            <p:nvPr/>
          </p:nvCxnSpPr>
          <p:spPr>
            <a:xfrm xmlns:a="http://schemas.openxmlformats.org/drawingml/2006/main" flipH="0" flipV="0">
              <a:off x="10010775" y="2352675"/>
              <a:ext cx="523875" cy="2952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5" name="text-graph-edge-2">
              <a:extLst xmlns:a="http://schemas.openxmlformats.org/drawingml/2006/main">
                <a:ext uri="{FF2B5EF4-FFF2-40B4-BE49-F238E27FC236}">
                  <a16:creationId xmlns:a16="http://schemas.microsoft.com/office/drawing/2014/main" id="{D4F2BB99-7CCF-4ABA-8CAF-03FA169D590A}"/>
                </a:ext>
              </a:extLst>
            </p:cNvPr>
            <p:cNvCxnSpPr>
              <ns4:stCxn xmlns:ns4="http://schemas.openxmlformats.org/drawingml/2006/main" id="162" idx="2"/>
              <ns5:endCxn xmlns:ns5="http://schemas.openxmlformats.org/drawingml/2006/main" id="163" idx="0"/>
            </p:cNvCxnSpPr>
            <p:nvPr/>
          </p:nvCxnSpPr>
          <p:spPr>
            <a:xfrm xmlns:a="http://schemas.openxmlformats.org/drawingml/2006/main" flipH="1" flipV="0">
              <a:off x="10315575" y="2647950"/>
              <a:ext cx="219075" cy="4572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6" name="text-graph-edge-3">
              <a:extLst xmlns:a="http://schemas.openxmlformats.org/drawingml/2006/main">
                <a:ext uri="{FF2B5EF4-FFF2-40B4-BE49-F238E27FC236}">
                  <a16:creationId xmlns:a16="http://schemas.microsoft.com/office/drawing/2014/main" id="{9A49321A-F4C9-4A76-ADA7-38D3F5E396B3}"/>
                </a:ext>
              </a:extLst>
            </p:cNvPr>
            <p:cNvCxnSpPr>
              <ns6:stCxn xmlns:ns6="http://schemas.openxmlformats.org/drawingml/2006/main" id="163" idx="3"/>
              <ns7:endCxn xmlns:ns7="http://schemas.openxmlformats.org/drawingml/2006/main" id="164" idx="1"/>
            </p:cNvCxnSpPr>
            <p:nvPr/>
          </p:nvCxnSpPr>
          <p:spPr>
            <a:xfrm xmlns:a="http://schemas.openxmlformats.org/drawingml/2006/main" flipH="0" flipV="1">
              <a:off x="10315575" y="2990850"/>
              <a:ext cx="485775" cy="1143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7" name="text-graph-edge-4">
              <a:extLst xmlns:a="http://schemas.openxmlformats.org/drawingml/2006/main">
                <a:ext uri="{FF2B5EF4-FFF2-40B4-BE49-F238E27FC236}">
                  <a16:creationId xmlns:a16="http://schemas.microsoft.com/office/drawing/2014/main" id="{57996412-90E2-4462-8114-FAEB27ECAD0A}"/>
                </a:ext>
              </a:extLst>
            </p:cNvPr>
            <p:cNvCxnSpPr>
              <ns8:stCxn xmlns:ns8="http://schemas.openxmlformats.org/drawingml/2006/main" id="162" idx="3"/>
              <ns9:endCxn xmlns:ns9="http://schemas.openxmlformats.org/drawingml/2006/main" id="165" idx="1"/>
            </p:cNvCxnSpPr>
            <p:nvPr/>
          </p:nvCxnSpPr>
          <p:spPr>
            <a:xfrm xmlns:a="http://schemas.openxmlformats.org/drawingml/2006/main" flipH="0" flipV="1">
              <a:off x="10534650" y="2533650"/>
              <a:ext cx="800100" cy="1143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8" name="text-graph-edge-5">
              <a:extLst xmlns:a="http://schemas.openxmlformats.org/drawingml/2006/main">
                <a:ext uri="{FF2B5EF4-FFF2-40B4-BE49-F238E27FC236}">
                  <a16:creationId xmlns:a16="http://schemas.microsoft.com/office/drawing/2014/main" id="{0462FCE3-15BA-4830-A00E-A252C2903DAB}"/>
                </a:ext>
              </a:extLst>
            </p:cNvPr>
            <p:cNvCxnSpPr>
              <ns10:stCxn xmlns:ns10="http://schemas.openxmlformats.org/drawingml/2006/main" id="162" idx="3"/>
              <ns11:endCxn xmlns:ns11="http://schemas.openxmlformats.org/drawingml/2006/main" id="166" idx="1"/>
            </p:cNvCxnSpPr>
            <p:nvPr/>
          </p:nvCxnSpPr>
          <p:spPr>
            <a:xfrm xmlns:a="http://schemas.openxmlformats.org/drawingml/2006/main" flipH="0" flipV="0">
              <a:off x="10534650" y="2647950"/>
              <a:ext cx="800100" cy="2571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9" name="text-graph-edge-6">
              <a:extLst xmlns:a="http://schemas.openxmlformats.org/drawingml/2006/main">
                <a:ext uri="{FF2B5EF4-FFF2-40B4-BE49-F238E27FC236}">
                  <a16:creationId xmlns:a16="http://schemas.microsoft.com/office/drawing/2014/main" id="{FAB6695A-042A-41D8-987D-FFBDF38FC38E}"/>
                </a:ext>
              </a:extLst>
            </p:cNvPr>
            <p:cNvCxnSpPr>
              <ns12:stCxn xmlns:ns12="http://schemas.openxmlformats.org/drawingml/2006/main" id="165" idx="2"/>
              <ns13:endCxn xmlns:ns13="http://schemas.openxmlformats.org/drawingml/2006/main" id="166" idx="0"/>
            </p:cNvCxnSpPr>
            <p:nvPr/>
          </p:nvCxnSpPr>
          <p:spPr>
            <a:xfrm xmlns:a="http://schemas.openxmlformats.org/drawingml/2006/main" flipH="0" flipV="0">
              <a:off x="11334750" y="2533650"/>
              <a:ext cx="95" cy="3714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60" name="text-graph-node-0">
              <a:extLst xmlns:a="http://schemas.openxmlformats.org/drawingml/2006/main">
                <a:ext uri="{FF2B5EF4-FFF2-40B4-BE49-F238E27FC236}">
                  <a16:creationId xmlns:a16="http://schemas.microsoft.com/office/drawing/2014/main" id="{ACE1483F-9BB8-4EA1-823F-F87B9CF6CA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96475" y="2238375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1" name="text-graph-node-1">
              <a:extLst xmlns:a="http://schemas.openxmlformats.org/drawingml/2006/main">
                <a:ext uri="{FF2B5EF4-FFF2-40B4-BE49-F238E27FC236}">
                  <a16:creationId xmlns:a16="http://schemas.microsoft.com/office/drawing/2014/main" id="{21AA5938-70D3-429D-9C7A-D3F64C6E66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20350" y="1866900"/>
              <a:ext cx="247650" cy="2476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2" name="text-graph-node-2">
              <a:extLst xmlns:a="http://schemas.openxmlformats.org/drawingml/2006/main">
                <a:ext uri="{FF2B5EF4-FFF2-40B4-BE49-F238E27FC236}">
                  <a16:creationId xmlns:a16="http://schemas.microsoft.com/office/drawing/2014/main" id="{54BEF302-ABDF-4662-8A27-8A07BAF261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20350" y="253365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3" name="text-graph-node-3">
              <a:extLst xmlns:a="http://schemas.openxmlformats.org/drawingml/2006/main">
                <a:ext uri="{FF2B5EF4-FFF2-40B4-BE49-F238E27FC236}">
                  <a16:creationId xmlns:a16="http://schemas.microsoft.com/office/drawing/2014/main" id="{ECAADFB9-2A8C-4758-8E01-2C72877160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01275" y="299085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4" name="text-graph-node-4">
              <a:extLst xmlns:a="http://schemas.openxmlformats.org/drawingml/2006/main">
                <a:ext uri="{FF2B5EF4-FFF2-40B4-BE49-F238E27FC236}">
                  <a16:creationId xmlns:a16="http://schemas.microsoft.com/office/drawing/2014/main" id="{F3E9EB41-A933-428E-A7BB-0541F681EC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7050" y="287655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5" name="text-graph-node-5">
              <a:extLst xmlns:a="http://schemas.openxmlformats.org/drawingml/2006/main">
                <a:ext uri="{FF2B5EF4-FFF2-40B4-BE49-F238E27FC236}">
                  <a16:creationId xmlns:a16="http://schemas.microsoft.com/office/drawing/2014/main" id="{75752284-A72A-42DE-AFEB-4236407AED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20450" y="241935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6" name="text-graph-node-6">
              <a:extLst xmlns:a="http://schemas.openxmlformats.org/drawingml/2006/main">
                <a:ext uri="{FF2B5EF4-FFF2-40B4-BE49-F238E27FC236}">
                  <a16:creationId xmlns:a16="http://schemas.microsoft.com/office/drawing/2014/main" id="{39896238-C3A4-4B13-8EE2-C9ED6AE0B0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20450" y="2790825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67" name="text-graph-bee">
              <a:extLst xmlns:a="http://schemas.openxmlformats.org/drawingml/2006/main">
                <a:ext uri="{FF2B5EF4-FFF2-40B4-BE49-F238E27FC236}">
                  <a16:creationId xmlns:a16="http://schemas.microsoft.com/office/drawing/2014/main" id="{31AB7FBD-7BF3-4964-90AC-C818D7E055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25100" y="2324100"/>
              <a:ext cx="4667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Bee</a:t>
              </a:r>
            </a:p>
          </p:txBody>
        </p:sp>
        <p:sp>
          <p:nvSpPr>
            <p:cNvPr id="168" name="text-graph-beekeeper">
              <a:extLst xmlns:a="http://schemas.openxmlformats.org/drawingml/2006/main">
                <a:ext uri="{FF2B5EF4-FFF2-40B4-BE49-F238E27FC236}">
                  <a16:creationId xmlns:a16="http://schemas.microsoft.com/office/drawing/2014/main" id="{1C5B55C7-3573-46B7-931C-73F0837B2E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953750" y="2152650"/>
              <a:ext cx="9429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Beekeeper</a:t>
              </a:r>
            </a:p>
          </p:txBody>
        </p:sp>
        <p:sp>
          <p:nvSpPr>
            <p:cNvPr id="169" name="text-graph-observe">
              <a:extLst xmlns:a="http://schemas.openxmlformats.org/drawingml/2006/main">
                <a:ext uri="{FF2B5EF4-FFF2-40B4-BE49-F238E27FC236}">
                  <a16:creationId xmlns:a16="http://schemas.microsoft.com/office/drawing/2014/main" id="{626C2505-C643-4EB5-9844-0C11EA9C2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0" y="2600325"/>
              <a:ext cx="7334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125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Observe</a:t>
              </a:r>
            </a:p>
          </p:txBody>
        </p:sp>
      </p:grpSp>
      <p:grpSp>
        <p:nvGrpSpPr>
          <p:cNvPr id="348" name="multimodal-graph module"/>
          <p:cNvGrpSpPr/>
          <p:nvPr/>
        </p:nvGrpSpPr>
        <p:grpSpPr>
          <ns1:xfrm xmlns:ns1="http://schemas.openxmlformats.org/drawingml/2006/main">
            <ns1:off x="9791700" y="4248150"/>
            <ns1:ext cx="2000250" cy="1104900"/>
            <ns1:chOff x="9791700" y="4248150"/>
            <ns1:chExt cx="2000250" cy="1104900"/>
          </ns1:xfrm>
        </p:grpSpPr>
        <p:cxnSp>
          <p:nvCxnSpPr>
            <p:cNvPr id="170" name="multimodal-graph-edge-0">
              <a:extLst xmlns:a="http://schemas.openxmlformats.org/drawingml/2006/main">
                <a:ext uri="{FF2B5EF4-FFF2-40B4-BE49-F238E27FC236}">
                  <a16:creationId xmlns:a16="http://schemas.microsoft.com/office/drawing/2014/main" id="{B48B0C3A-8131-47AF-9EB8-4CBEDFDA69E5}"/>
                </a:ext>
              </a:extLst>
            </p:cNvPr>
            <p:cNvCxnSpPr>
              <ns14:stCxn xmlns:ns14="http://schemas.openxmlformats.org/drawingml/2006/main" id="182" idx="2"/>
              <ns15:endCxn xmlns:ns15="http://schemas.openxmlformats.org/drawingml/2006/main" id="183" idx="0"/>
            </p:cNvCxnSpPr>
            <p:nvPr/>
          </p:nvCxnSpPr>
          <p:spPr>
            <a:xfrm xmlns:a="http://schemas.openxmlformats.org/drawingml/2006/main" flipH="1" flipV="0">
              <a:off x="9877425" y="4400550"/>
              <a:ext cx="95250" cy="5429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1" name="multimodal-graph-edge-1">
              <a:extLst xmlns:a="http://schemas.openxmlformats.org/drawingml/2006/main">
                <a:ext uri="{FF2B5EF4-FFF2-40B4-BE49-F238E27FC236}">
                  <a16:creationId xmlns:a16="http://schemas.microsoft.com/office/drawing/2014/main" id="{434057D7-D202-4E0A-B669-B700382D039D}"/>
                </a:ext>
              </a:extLst>
            </p:cNvPr>
            <p:cNvCxnSpPr>
              <ns16:stCxn xmlns:ns16="http://schemas.openxmlformats.org/drawingml/2006/main" id="182" idx="2"/>
              <ns17:endCxn xmlns:ns17="http://schemas.openxmlformats.org/drawingml/2006/main" id="187" idx="0"/>
            </p:cNvCxnSpPr>
            <p:nvPr/>
          </p:nvCxnSpPr>
          <p:spPr>
            <a:xfrm xmlns:a="http://schemas.openxmlformats.org/drawingml/2006/main" flipH="0" flipV="0">
              <a:off x="9972675" y="4400550"/>
              <a:ext cx="371475" cy="4381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2" name="multimodal-graph-edge-2">
              <a:extLst xmlns:a="http://schemas.openxmlformats.org/drawingml/2006/main">
                <a:ext uri="{FF2B5EF4-FFF2-40B4-BE49-F238E27FC236}">
                  <a16:creationId xmlns:a16="http://schemas.microsoft.com/office/drawing/2014/main" id="{9DD85560-9008-4E00-A9A7-6F1A0118092F}"/>
                </a:ext>
              </a:extLst>
            </p:cNvPr>
            <p:cNvCxnSpPr>
              <ns18:stCxn xmlns:ns18="http://schemas.openxmlformats.org/drawingml/2006/main" id="183" idx="2"/>
              <ns19:endCxn xmlns:ns19="http://schemas.openxmlformats.org/drawingml/2006/main" id="184" idx="0"/>
            </p:cNvCxnSpPr>
            <p:nvPr/>
          </p:nvCxnSpPr>
          <p:spPr>
            <a:xfrm xmlns:a="http://schemas.openxmlformats.org/drawingml/2006/main" flipH="0" flipV="0">
              <a:off x="9877425" y="4943475"/>
              <a:ext cx="266700" cy="3238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3" name="multimodal-graph-edge-3">
              <a:extLst xmlns:a="http://schemas.openxmlformats.org/drawingml/2006/main">
                <a:ext uri="{FF2B5EF4-FFF2-40B4-BE49-F238E27FC236}">
                  <a16:creationId xmlns:a16="http://schemas.microsoft.com/office/drawing/2014/main" id="{932CB877-BF99-4EE5-B798-42E4F2516B42}"/>
                </a:ext>
              </a:extLst>
            </p:cNvPr>
            <p:cNvCxnSpPr>
              <ns20:stCxn xmlns:ns20="http://schemas.openxmlformats.org/drawingml/2006/main" id="183" idx="3"/>
              <ns21:endCxn xmlns:ns21="http://schemas.openxmlformats.org/drawingml/2006/main" id="187" idx="1"/>
            </p:cNvCxnSpPr>
            <p:nvPr/>
          </p:nvCxnSpPr>
          <p:spPr>
            <a:xfrm xmlns:a="http://schemas.openxmlformats.org/drawingml/2006/main" flipH="0" flipV="1">
              <a:off x="9877425" y="4838700"/>
              <a:ext cx="466725" cy="1047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4" name="multimodal-graph-edge-4">
              <a:extLst xmlns:a="http://schemas.openxmlformats.org/drawingml/2006/main">
                <a:ext uri="{FF2B5EF4-FFF2-40B4-BE49-F238E27FC236}">
                  <a16:creationId xmlns:a16="http://schemas.microsoft.com/office/drawing/2014/main" id="{38BEAE25-B631-436D-A3D8-2849A374DB52}"/>
                </a:ext>
              </a:extLst>
            </p:cNvPr>
            <p:cNvCxnSpPr>
              <ns22:stCxn xmlns:ns22="http://schemas.openxmlformats.org/drawingml/2006/main" id="184" idx="0"/>
              <ns23:endCxn xmlns:ns23="http://schemas.openxmlformats.org/drawingml/2006/main" id="187" idx="2"/>
            </p:cNvCxnSpPr>
            <p:nvPr/>
          </p:nvCxnSpPr>
          <p:spPr>
            <a:xfrm xmlns:a="http://schemas.openxmlformats.org/drawingml/2006/main" flipH="0" flipV="1">
              <a:off x="10144125" y="4838700"/>
              <a:ext cx="200025" cy="428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5" name="multimodal-graph-edge-5">
              <a:extLst xmlns:a="http://schemas.openxmlformats.org/drawingml/2006/main">
                <a:ext uri="{FF2B5EF4-FFF2-40B4-BE49-F238E27FC236}">
                  <a16:creationId xmlns:a16="http://schemas.microsoft.com/office/drawing/2014/main" id="{001F49CB-A302-472A-8813-BBD97923643D}"/>
                </a:ext>
              </a:extLst>
            </p:cNvPr>
            <p:cNvCxnSpPr>
              <ns24:stCxn xmlns:ns24="http://schemas.openxmlformats.org/drawingml/2006/main" id="185" idx="0"/>
              <ns25:endCxn xmlns:ns25="http://schemas.openxmlformats.org/drawingml/2006/main" id="187" idx="2"/>
            </p:cNvCxnSpPr>
            <p:nvPr/>
          </p:nvCxnSpPr>
          <p:spPr>
            <a:xfrm xmlns:a="http://schemas.openxmlformats.org/drawingml/2006/main" flipH="1" flipV="1">
              <a:off x="10344150" y="4838700"/>
              <a:ext cx="190500" cy="428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6" name="multimodal-graph-edge-6">
              <a:extLst xmlns:a="http://schemas.openxmlformats.org/drawingml/2006/main">
                <a:ext uri="{FF2B5EF4-FFF2-40B4-BE49-F238E27FC236}">
                  <a16:creationId xmlns:a16="http://schemas.microsoft.com/office/drawing/2014/main" id="{9DBBB864-9E75-47E9-8C4C-87695DD3C0C8}"/>
                </a:ext>
              </a:extLst>
            </p:cNvPr>
            <p:cNvCxnSpPr>
              <ns26:stCxn xmlns:ns26="http://schemas.openxmlformats.org/drawingml/2006/main" id="186" idx="2"/>
              <ns27:endCxn xmlns:ns27="http://schemas.openxmlformats.org/drawingml/2006/main" id="187" idx="0"/>
            </p:cNvCxnSpPr>
            <p:nvPr/>
          </p:nvCxnSpPr>
          <p:spPr>
            <a:xfrm xmlns:a="http://schemas.openxmlformats.org/drawingml/2006/main" flipH="1" flipV="0">
              <a:off x="10344150" y="4333875"/>
              <a:ext cx="66675" cy="5048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" name="multimodal-graph-edge-7">
              <a:extLst xmlns:a="http://schemas.openxmlformats.org/drawingml/2006/main">
                <a:ext uri="{FF2B5EF4-FFF2-40B4-BE49-F238E27FC236}">
                  <a16:creationId xmlns:a16="http://schemas.microsoft.com/office/drawing/2014/main" id="{02BB1FA7-8A67-49B4-BB10-5798814C6C9F}"/>
                </a:ext>
              </a:extLst>
            </p:cNvPr>
            <p:cNvCxnSpPr>
              <ns28:stCxn xmlns:ns28="http://schemas.openxmlformats.org/drawingml/2006/main" id="187" idx="3"/>
              <ns29:endCxn xmlns:ns29="http://schemas.openxmlformats.org/drawingml/2006/main" id="188" idx="1"/>
            </p:cNvCxnSpPr>
            <p:nvPr/>
          </p:nvCxnSpPr>
          <p:spPr>
            <a:xfrm xmlns:a="http://schemas.openxmlformats.org/drawingml/2006/main" flipH="0" flipV="1">
              <a:off x="10344150" y="4648200"/>
              <a:ext cx="83820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8" name="multimodal-graph-edge-8">
              <a:extLst xmlns:a="http://schemas.openxmlformats.org/drawingml/2006/main">
                <a:ext uri="{FF2B5EF4-FFF2-40B4-BE49-F238E27FC236}">
                  <a16:creationId xmlns:a16="http://schemas.microsoft.com/office/drawing/2014/main" id="{D83C454B-7012-4FA2-A935-152BDFA4F554}"/>
                </a:ext>
              </a:extLst>
            </p:cNvPr>
            <p:cNvCxnSpPr>
              <ns30:stCxn xmlns:ns30="http://schemas.openxmlformats.org/drawingml/2006/main" id="188" idx="2"/>
              <ns31:endCxn xmlns:ns31="http://schemas.openxmlformats.org/drawingml/2006/main" id="189" idx="0"/>
            </p:cNvCxnSpPr>
            <p:nvPr/>
          </p:nvCxnSpPr>
          <p:spPr>
            <a:xfrm xmlns:a="http://schemas.openxmlformats.org/drawingml/2006/main" flipH="1" flipV="0">
              <a:off x="10820400" y="4648200"/>
              <a:ext cx="361950" cy="4667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9" name="multimodal-graph-edge-9">
              <a:extLst xmlns:a="http://schemas.openxmlformats.org/drawingml/2006/main">
                <a:ext uri="{FF2B5EF4-FFF2-40B4-BE49-F238E27FC236}">
                  <a16:creationId xmlns:a16="http://schemas.microsoft.com/office/drawing/2014/main" id="{DA42936C-7098-4C96-A01F-4E2B3FD4419C}"/>
                </a:ext>
              </a:extLst>
            </p:cNvPr>
            <p:cNvCxnSpPr>
              <ns32:stCxn xmlns:ns32="http://schemas.openxmlformats.org/drawingml/2006/main" id="188" idx="2"/>
              <ns33:endCxn xmlns:ns33="http://schemas.openxmlformats.org/drawingml/2006/main" id="190" idx="0"/>
            </p:cNvCxnSpPr>
            <p:nvPr/>
          </p:nvCxnSpPr>
          <p:spPr>
            <a:xfrm xmlns:a="http://schemas.openxmlformats.org/drawingml/2006/main" flipH="0" flipV="0">
              <a:off x="11182350" y="4648200"/>
              <a:ext cx="66675" cy="4667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80" name="multimodal-graph-edge-10">
              <a:extLst xmlns:a="http://schemas.openxmlformats.org/drawingml/2006/main">
                <a:ext uri="{FF2B5EF4-FFF2-40B4-BE49-F238E27FC236}">
                  <a16:creationId xmlns:a16="http://schemas.microsoft.com/office/drawing/2014/main" id="{653E3D36-C50F-48DD-9570-0C586CC04992}"/>
                </a:ext>
              </a:extLst>
            </p:cNvPr>
            <p:cNvCxnSpPr>
              <ns34:stCxn xmlns:ns34="http://schemas.openxmlformats.org/drawingml/2006/main" id="188" idx="3"/>
              <ns35:endCxn xmlns:ns35="http://schemas.openxmlformats.org/drawingml/2006/main" id="191" idx="1"/>
            </p:cNvCxnSpPr>
            <p:nvPr/>
          </p:nvCxnSpPr>
          <p:spPr>
            <a:xfrm xmlns:a="http://schemas.openxmlformats.org/drawingml/2006/main" flipH="0" flipV="0">
              <a:off x="11182350" y="4648200"/>
              <a:ext cx="523875" cy="2286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81" name="multimodal-graph-edge-11">
              <a:extLst xmlns:a="http://schemas.openxmlformats.org/drawingml/2006/main">
                <a:ext uri="{FF2B5EF4-FFF2-40B4-BE49-F238E27FC236}">
                  <a16:creationId xmlns:a16="http://schemas.microsoft.com/office/drawing/2014/main" id="{4F6F0020-3B28-4DBA-8D17-1769C0FE80F7}"/>
                </a:ext>
              </a:extLst>
            </p:cNvPr>
            <p:cNvCxnSpPr>
              <ns36:stCxn xmlns:ns36="http://schemas.openxmlformats.org/drawingml/2006/main" id="190" idx="3"/>
              <ns37:endCxn xmlns:ns37="http://schemas.openxmlformats.org/drawingml/2006/main" id="191" idx="1"/>
            </p:cNvCxnSpPr>
            <p:nvPr/>
          </p:nvCxnSpPr>
          <p:spPr>
            <a:xfrm xmlns:a="http://schemas.openxmlformats.org/drawingml/2006/main" flipH="0" flipV="1">
              <a:off x="11249025" y="4876800"/>
              <a:ext cx="457200" cy="2381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82" name="multimodal-graph-node-0">
              <a:extLst xmlns:a="http://schemas.openxmlformats.org/drawingml/2006/main">
                <a:ext uri="{FF2B5EF4-FFF2-40B4-BE49-F238E27FC236}">
                  <a16:creationId xmlns:a16="http://schemas.microsoft.com/office/drawing/2014/main" id="{3C93279B-9241-451C-AF1A-D8EB6F15B4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86950" y="4314825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ED8D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3" name="multimodal-graph-node-1">
              <a:extLst xmlns:a="http://schemas.openxmlformats.org/drawingml/2006/main">
                <a:ext uri="{FF2B5EF4-FFF2-40B4-BE49-F238E27FC236}">
                  <a16:creationId xmlns:a16="http://schemas.microsoft.com/office/drawing/2014/main" id="{C5EEB70F-1AA8-4468-9D4C-FE83B5FA7C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91700" y="485775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ED8D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4" name="multimodal-graph-node-2">
              <a:extLst xmlns:a="http://schemas.openxmlformats.org/drawingml/2006/main">
                <a:ext uri="{FF2B5EF4-FFF2-40B4-BE49-F238E27FC236}">
                  <a16:creationId xmlns:a16="http://schemas.microsoft.com/office/drawing/2014/main" id="{B146D1D2-7AA1-48AF-B0F2-0B1EBE4633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58400" y="518160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ED8D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5" name="multimodal-graph-node-3">
              <a:extLst xmlns:a="http://schemas.openxmlformats.org/drawingml/2006/main">
                <a:ext uri="{FF2B5EF4-FFF2-40B4-BE49-F238E27FC236}">
                  <a16:creationId xmlns:a16="http://schemas.microsoft.com/office/drawing/2014/main" id="{62E93CEE-D2B1-42D7-8191-8FA0F9EBA6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48925" y="518160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ED8D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6" name="multimodal-graph-node-4">
              <a:extLst xmlns:a="http://schemas.openxmlformats.org/drawingml/2006/main">
                <a:ext uri="{FF2B5EF4-FFF2-40B4-BE49-F238E27FC236}">
                  <a16:creationId xmlns:a16="http://schemas.microsoft.com/office/drawing/2014/main" id="{9A8CAD83-E657-4EE8-B641-462A2F9589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25100" y="424815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92C6BE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7" name="multimodal-graph-node-5">
              <a:extLst xmlns:a="http://schemas.openxmlformats.org/drawingml/2006/main">
                <a:ext uri="{FF2B5EF4-FFF2-40B4-BE49-F238E27FC236}">
                  <a16:creationId xmlns:a16="http://schemas.microsoft.com/office/drawing/2014/main" id="{25C6CF4D-1F95-4DAE-989A-B1945749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0" y="4686300"/>
              <a:ext cx="304800" cy="3048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92C6BE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8" name="multimodal-graph-node-6">
              <a:extLst xmlns:a="http://schemas.openxmlformats.org/drawingml/2006/main">
                <a:ext uri="{FF2B5EF4-FFF2-40B4-BE49-F238E27FC236}">
                  <a16:creationId xmlns:a16="http://schemas.microsoft.com/office/drawing/2014/main" id="{36E20676-8DF6-48BD-B516-1179CE6AA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4495800"/>
              <a:ext cx="304800" cy="3048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DE5F2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89" name="multimodal-graph-node-7">
              <a:extLst xmlns:a="http://schemas.openxmlformats.org/drawingml/2006/main">
                <a:ext uri="{FF2B5EF4-FFF2-40B4-BE49-F238E27FC236}">
                  <a16:creationId xmlns:a16="http://schemas.microsoft.com/office/drawing/2014/main" id="{80194D2A-C6D6-48C6-98B7-8A9A0E656D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34675" y="502920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0EFF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90" name="multimodal-graph-node-8">
              <a:extLst xmlns:a="http://schemas.openxmlformats.org/drawingml/2006/main">
                <a:ext uri="{FF2B5EF4-FFF2-40B4-BE49-F238E27FC236}">
                  <a16:creationId xmlns:a16="http://schemas.microsoft.com/office/drawing/2014/main" id="{33D1610D-32DE-4765-9A35-F3168446EB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63300" y="502920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0EFF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191" name="multimodal-graph-node-9">
              <a:extLst xmlns:a="http://schemas.openxmlformats.org/drawingml/2006/main">
                <a:ext uri="{FF2B5EF4-FFF2-40B4-BE49-F238E27FC236}">
                  <a16:creationId xmlns:a16="http://schemas.microsoft.com/office/drawing/2014/main" id="{7C24E297-1B3C-49DD-BB3B-83278E4D2E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791075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0EFF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</p:grpSp>
      <p:sp>
        <p:nvSpPr>
          <p:cNvPr id="192" name="parent-node-label">
            <a:extLst xmlns:a="http://schemas.openxmlformats.org/drawingml/2006/main">
              <a:ext uri="{FF2B5EF4-FFF2-40B4-BE49-F238E27FC236}">
                <a16:creationId xmlns:a16="http://schemas.microsoft.com/office/drawing/2014/main" id="{B452595D-4B4A-44CA-B5DE-026B46D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76700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Parent Node: Multi-</a:t>
            </a:r>
          </a:p>
          <a:p xmlns:a="http://schemas.openxmlformats.org/drawingml/2006/main">
            <a:pPr algn="l">
              <a:def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modal Instance</a:t>
            </a:r>
          </a:p>
        </p:txBody>
      </p:sp>
      <p:sp>
        <p:nvSpPr>
          <p:cNvPr id="193" name="child-node-label">
            <a:extLst xmlns:a="http://schemas.openxmlformats.org/drawingml/2006/main">
              <a:ext uri="{FF2B5EF4-FFF2-40B4-BE49-F238E27FC236}">
                <a16:creationId xmlns:a16="http://schemas.microsoft.com/office/drawing/2014/main" id="{6FCA5B17-F0B2-47C6-8C2F-4B92409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210175"/>
            <a:ext cx="98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Child Node</a:t>
            </a:r>
          </a:p>
        </p:txBody>
      </p:sp>
      <p:sp>
        <p:nvSpPr>
          <p:cNvPr id="194" name="merge-graph-arrow">
            <a:extLst xmlns:a="http://schemas.openxmlformats.org/drawingml/2006/main">
              <a:ext uri="{FF2B5EF4-FFF2-40B4-BE49-F238E27FC236}">
                <a16:creationId xmlns:a16="http://schemas.microsoft.com/office/drawing/2014/main" id="{C2CE1BA5-9C00-4314-A94A-916BE386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943225"/>
            <a:ext cx="581025" cy="914400"/>
          </a:xfrm>
          <a:custGeom xmlns:a="http://schemas.openxmlformats.org/drawingml/2006/main">
            <a:pathLst>
              <a:path w="581025" h="914400">
                <a:moveTo>
                  <a:pt x="0" y="152400"/>
                </a:moveTo>
                <a:lnTo>
                  <a:pt x="276225" y="152400"/>
                </a:lnTo>
                <a:lnTo>
                  <a:pt x="276225" y="0"/>
                </a:lnTo>
                <a:lnTo>
                  <a:pt x="581025" y="457200"/>
                </a:lnTo>
                <a:lnTo>
                  <a:pt x="276225" y="914400"/>
                </a:lnTo>
                <a:lnTo>
                  <a:pt x="276225" y="7620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E7E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merge-graph-label">
            <a:extLst xmlns:a="http://schemas.openxmlformats.org/drawingml/2006/main">
              <a:ext uri="{FF2B5EF4-FFF2-40B4-BE49-F238E27FC236}">
                <a16:creationId xmlns:a16="http://schemas.microsoft.com/office/drawing/2014/main" id="{F46684B0-4315-44F0-8CB1-8D91AC6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615738" y="3324225"/>
            <a:ext cx="88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Merged</a:t>
            </a:r>
          </a:p>
        </p:txBody>
      </p:sp>
      <p:sp>
        <p:nvSpPr>
          <p:cNvPr id="196" name="merged-kg-heading">
            <a:extLst xmlns:a="http://schemas.openxmlformats.org/drawingml/2006/main">
              <a:ext uri="{FF2B5EF4-FFF2-40B4-BE49-F238E27FC236}">
                <a16:creationId xmlns:a16="http://schemas.microsoft.com/office/drawing/2014/main" id="{1C2B5B40-91D6-44AA-BDD7-0EEA8309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981200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KG over All Documents</a:t>
            </a:r>
          </a:p>
        </p:txBody>
      </p:sp>
      <p:grpSp>
        <p:nvGrpSpPr>
          <p:cNvPr id="349" name="merged-graph module"/>
          <p:cNvGrpSpPr/>
          <p:nvPr/>
        </p:nvGrpSpPr>
        <p:grpSpPr>
          <ns1:xfrm xmlns:ns1="http://schemas.openxmlformats.org/drawingml/2006/main">
            <ns1:off x="12411075" y="2486025"/>
            <ns1:ext cx="2114550" cy="2209800"/>
            <ns1:chOff x="12411075" y="2486025"/>
            <ns1:chExt cx="2114550" cy="2209800"/>
          </ns1:xfrm>
        </p:grpSpPr>
        <p:cxnSp>
          <p:nvCxnSpPr>
            <p:cNvPr id="197" name="merged-graph-edge-0">
              <a:extLst xmlns:a="http://schemas.openxmlformats.org/drawingml/2006/main">
                <a:ext uri="{FF2B5EF4-FFF2-40B4-BE49-F238E27FC236}">
                  <a16:creationId xmlns:a16="http://schemas.microsoft.com/office/drawing/2014/main" id="{AED484CF-0735-4368-A602-BD437A1000B8}"/>
                </a:ext>
              </a:extLst>
            </p:cNvPr>
            <p:cNvCxnSpPr>
              <ns38:stCxn xmlns:ns38="http://schemas.openxmlformats.org/drawingml/2006/main" id="222" idx="3"/>
              <ns39:endCxn xmlns:ns39="http://schemas.openxmlformats.org/drawingml/2006/main" id="223" idx="1"/>
            </p:cNvCxnSpPr>
            <p:nvPr/>
          </p:nvCxnSpPr>
          <p:spPr>
            <a:xfrm xmlns:a="http://schemas.openxmlformats.org/drawingml/2006/main" flipH="0" flipV="0">
              <a:off x="12534900" y="3286125"/>
              <a:ext cx="304800" cy="1809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8" name="merged-graph-edge-1">
              <a:extLst xmlns:a="http://schemas.openxmlformats.org/drawingml/2006/main">
                <a:ext uri="{FF2B5EF4-FFF2-40B4-BE49-F238E27FC236}">
                  <a16:creationId xmlns:a16="http://schemas.microsoft.com/office/drawing/2014/main" id="{73917B55-5451-46FE-B5A6-72496DB5470B}"/>
                </a:ext>
              </a:extLst>
            </p:cNvPr>
            <p:cNvCxnSpPr>
              <ns40:stCxn xmlns:ns40="http://schemas.openxmlformats.org/drawingml/2006/main" id="223" idx="1"/>
              <ns41:endCxn xmlns:ns41="http://schemas.openxmlformats.org/drawingml/2006/main" id="224" idx="3"/>
            </p:cNvCxnSpPr>
            <p:nvPr/>
          </p:nvCxnSpPr>
          <p:spPr>
            <a:xfrm xmlns:a="http://schemas.openxmlformats.org/drawingml/2006/main" flipH="1" flipV="0">
              <a:off x="12487275" y="3467100"/>
              <a:ext cx="352425" cy="1047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9" name="merged-graph-edge-2">
              <a:extLst xmlns:a="http://schemas.openxmlformats.org/drawingml/2006/main">
                <a:ext uri="{FF2B5EF4-FFF2-40B4-BE49-F238E27FC236}">
                  <a16:creationId xmlns:a16="http://schemas.microsoft.com/office/drawing/2014/main" id="{F69A9E82-A567-4C20-8CC6-8168A108EB52}"/>
                </a:ext>
              </a:extLst>
            </p:cNvPr>
            <p:cNvCxnSpPr>
              <ns42:stCxn xmlns:ns42="http://schemas.openxmlformats.org/drawingml/2006/main" id="223" idx="2"/>
              <ns43:endCxn xmlns:ns43="http://schemas.openxmlformats.org/drawingml/2006/main" id="225" idx="0"/>
            </p:cNvCxnSpPr>
            <p:nvPr/>
          </p:nvCxnSpPr>
          <p:spPr>
            <a:xfrm xmlns:a="http://schemas.openxmlformats.org/drawingml/2006/main" flipH="1" flipV="0">
              <a:off x="12668250" y="3467100"/>
              <a:ext cx="171450" cy="2762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0" name="merged-graph-edge-3">
              <a:extLst xmlns:a="http://schemas.openxmlformats.org/drawingml/2006/main">
                <a:ext uri="{FF2B5EF4-FFF2-40B4-BE49-F238E27FC236}">
                  <a16:creationId xmlns:a16="http://schemas.microsoft.com/office/drawing/2014/main" id="{63FA8DAD-6B09-4890-96C5-A9CCC4BCA9FF}"/>
                </a:ext>
              </a:extLst>
            </p:cNvPr>
            <p:cNvCxnSpPr>
              <ns44:stCxn xmlns:ns44="http://schemas.openxmlformats.org/drawingml/2006/main" id="223" idx="3"/>
              <ns45:endCxn xmlns:ns45="http://schemas.openxmlformats.org/drawingml/2006/main" id="231" idx="1"/>
            </p:cNvCxnSpPr>
            <p:nvPr/>
          </p:nvCxnSpPr>
          <p:spPr>
            <a:xfrm xmlns:a="http://schemas.openxmlformats.org/drawingml/2006/main" flipH="0" flipV="0">
              <a:off x="12839700" y="3467100"/>
              <a:ext cx="504825" cy="2762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1" name="merged-graph-edge-4">
              <a:extLst xmlns:a="http://schemas.openxmlformats.org/drawingml/2006/main">
                <a:ext uri="{FF2B5EF4-FFF2-40B4-BE49-F238E27FC236}">
                  <a16:creationId xmlns:a16="http://schemas.microsoft.com/office/drawing/2014/main" id="{B44E56BC-46EC-4BB7-BBEE-3E2A751EB713}"/>
                </a:ext>
              </a:extLst>
            </p:cNvPr>
            <p:cNvCxnSpPr>
              <ns46:stCxn xmlns:ns46="http://schemas.openxmlformats.org/drawingml/2006/main" id="226" idx="3"/>
              <ns47:endCxn xmlns:ns47="http://schemas.openxmlformats.org/drawingml/2006/main" id="227" idx="1"/>
            </p:cNvCxnSpPr>
            <p:nvPr/>
          </p:nvCxnSpPr>
          <p:spPr>
            <a:xfrm xmlns:a="http://schemas.openxmlformats.org/drawingml/2006/main" flipH="0" flipV="1">
              <a:off x="13030200" y="2609850"/>
              <a:ext cx="552450" cy="3619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2" name="merged-graph-edge-5">
              <a:extLst xmlns:a="http://schemas.openxmlformats.org/drawingml/2006/main">
                <a:ext uri="{FF2B5EF4-FFF2-40B4-BE49-F238E27FC236}">
                  <a16:creationId xmlns:a16="http://schemas.microsoft.com/office/drawing/2014/main" id="{C5BEDB88-CB59-4628-8A85-9B7C4F91970D}"/>
                </a:ext>
              </a:extLst>
            </p:cNvPr>
            <p:cNvCxnSpPr>
              <ns48:stCxn xmlns:ns48="http://schemas.openxmlformats.org/drawingml/2006/main" id="226" idx="3"/>
              <ns49:endCxn xmlns:ns49="http://schemas.openxmlformats.org/drawingml/2006/main" id="228" idx="1"/>
            </p:cNvCxnSpPr>
            <p:nvPr/>
          </p:nvCxnSpPr>
          <p:spPr>
            <a:xfrm xmlns:a="http://schemas.openxmlformats.org/drawingml/2006/main" flipH="0" flipV="0">
              <a:off x="13030200" y="2971800"/>
              <a:ext cx="552450" cy="3048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3" name="merged-graph-edge-6">
              <a:extLst xmlns:a="http://schemas.openxmlformats.org/drawingml/2006/main">
                <a:ext uri="{FF2B5EF4-FFF2-40B4-BE49-F238E27FC236}">
                  <a16:creationId xmlns:a16="http://schemas.microsoft.com/office/drawing/2014/main" id="{CA7F0520-56BA-48C0-9886-5FD58C0DC6D4}"/>
                </a:ext>
              </a:extLst>
            </p:cNvPr>
            <p:cNvCxnSpPr>
              <ns50:stCxn xmlns:ns50="http://schemas.openxmlformats.org/drawingml/2006/main" id="228" idx="3"/>
              <ns51:endCxn xmlns:ns51="http://schemas.openxmlformats.org/drawingml/2006/main" id="229" idx="1"/>
            </p:cNvCxnSpPr>
            <p:nvPr/>
          </p:nvCxnSpPr>
          <p:spPr>
            <a:xfrm xmlns:a="http://schemas.openxmlformats.org/drawingml/2006/main" flipH="0" flipV="1">
              <a:off x="13582650" y="3152775"/>
              <a:ext cx="828675" cy="1238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4" name="merged-graph-edge-7">
              <a:extLst xmlns:a="http://schemas.openxmlformats.org/drawingml/2006/main">
                <a:ext uri="{FF2B5EF4-FFF2-40B4-BE49-F238E27FC236}">
                  <a16:creationId xmlns:a16="http://schemas.microsoft.com/office/drawing/2014/main" id="{5AE4E002-C82C-4DC3-BE11-588BDADC9EF0}"/>
                </a:ext>
              </a:extLst>
            </p:cNvPr>
            <p:cNvCxnSpPr>
              <ns52:stCxn xmlns:ns52="http://schemas.openxmlformats.org/drawingml/2006/main" id="229" idx="2"/>
              <ns53:endCxn xmlns:ns53="http://schemas.openxmlformats.org/drawingml/2006/main" id="230" idx="0"/>
            </p:cNvCxnSpPr>
            <p:nvPr/>
          </p:nvCxnSpPr>
          <p:spPr>
            <a:xfrm xmlns:a="http://schemas.openxmlformats.org/drawingml/2006/main" flipH="0" flipV="0">
              <a:off x="14411325" y="3152775"/>
              <a:ext cx="95" cy="4095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5" name="merged-graph-edge-8">
              <a:extLst xmlns:a="http://schemas.openxmlformats.org/drawingml/2006/main">
                <a:ext uri="{FF2B5EF4-FFF2-40B4-BE49-F238E27FC236}">
                  <a16:creationId xmlns:a16="http://schemas.microsoft.com/office/drawing/2014/main" id="{8935C2E1-42F4-4882-915F-756AFEC7B922}"/>
                </a:ext>
              </a:extLst>
            </p:cNvPr>
            <p:cNvCxnSpPr>
              <ns54:stCxn xmlns:ns54="http://schemas.openxmlformats.org/drawingml/2006/main" id="228" idx="2"/>
              <ns55:endCxn xmlns:ns55="http://schemas.openxmlformats.org/drawingml/2006/main" id="231" idx="0"/>
            </p:cNvCxnSpPr>
            <p:nvPr/>
          </p:nvCxnSpPr>
          <p:spPr>
            <a:xfrm xmlns:a="http://schemas.openxmlformats.org/drawingml/2006/main" flipH="1" flipV="0">
              <a:off x="13344525" y="3276600"/>
              <a:ext cx="238125" cy="4667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6" name="merged-graph-edge-9">
              <a:extLst xmlns:a="http://schemas.openxmlformats.org/drawingml/2006/main">
                <a:ext uri="{FF2B5EF4-FFF2-40B4-BE49-F238E27FC236}">
                  <a16:creationId xmlns:a16="http://schemas.microsoft.com/office/drawing/2014/main" id="{7C3FD7FB-A743-4D68-8216-25EFC5988BBC}"/>
                </a:ext>
              </a:extLst>
            </p:cNvPr>
            <p:cNvCxnSpPr>
              <ns56:stCxn xmlns:ns56="http://schemas.openxmlformats.org/drawingml/2006/main" id="231" idx="3"/>
              <ns57:endCxn xmlns:ns57="http://schemas.openxmlformats.org/drawingml/2006/main" id="232" idx="1"/>
            </p:cNvCxnSpPr>
            <p:nvPr/>
          </p:nvCxnSpPr>
          <p:spPr>
            <a:xfrm xmlns:a="http://schemas.openxmlformats.org/drawingml/2006/main" flipH="0" flipV="1">
              <a:off x="13344525" y="3705225"/>
              <a:ext cx="323850" cy="381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7" name="merged-graph-edge-10">
              <a:extLst xmlns:a="http://schemas.openxmlformats.org/drawingml/2006/main">
                <a:ext uri="{FF2B5EF4-FFF2-40B4-BE49-F238E27FC236}">
                  <a16:creationId xmlns:a16="http://schemas.microsoft.com/office/drawing/2014/main" id="{9BA7834C-63FD-4005-8FE0-2FBF25EFE584}"/>
                </a:ext>
              </a:extLst>
            </p:cNvPr>
            <p:cNvCxnSpPr>
              <ns58:stCxn xmlns:ns58="http://schemas.openxmlformats.org/drawingml/2006/main" id="231" idx="2"/>
              <ns59:endCxn xmlns:ns59="http://schemas.openxmlformats.org/drawingml/2006/main" id="233" idx="0"/>
            </p:cNvCxnSpPr>
            <p:nvPr/>
          </p:nvCxnSpPr>
          <p:spPr>
            <a:xfrm xmlns:a="http://schemas.openxmlformats.org/drawingml/2006/main" flipH="0" flipV="0">
              <a:off x="13344525" y="3743325"/>
              <a:ext cx="142875" cy="3905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8" name="merged-graph-edge-11">
              <a:extLst xmlns:a="http://schemas.openxmlformats.org/drawingml/2006/main">
                <a:ext uri="{FF2B5EF4-FFF2-40B4-BE49-F238E27FC236}">
                  <a16:creationId xmlns:a16="http://schemas.microsoft.com/office/drawing/2014/main" id="{F4911CAE-46BB-4395-A208-FBF1744EDD61}"/>
                </a:ext>
              </a:extLst>
            </p:cNvPr>
            <p:cNvCxnSpPr>
              <ns60:stCxn xmlns:ns60="http://schemas.openxmlformats.org/drawingml/2006/main" id="231" idx="2"/>
              <ns61:endCxn xmlns:ns61="http://schemas.openxmlformats.org/drawingml/2006/main" id="239" idx="0"/>
            </p:cNvCxnSpPr>
            <p:nvPr/>
          </p:nvCxnSpPr>
          <p:spPr>
            <a:xfrm xmlns:a="http://schemas.openxmlformats.org/drawingml/2006/main" flipH="1" flipV="0">
              <a:off x="12849225" y="3743325"/>
              <a:ext cx="495300" cy="5334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9" name="merged-graph-edge-12">
              <a:extLst xmlns:a="http://schemas.openxmlformats.org/drawingml/2006/main">
                <a:ext uri="{FF2B5EF4-FFF2-40B4-BE49-F238E27FC236}">
                  <a16:creationId xmlns:a16="http://schemas.microsoft.com/office/drawing/2014/main" id="{AFFF45B5-3C1C-40E2-BC0F-B97E4F902831}"/>
                </a:ext>
              </a:extLst>
            </p:cNvPr>
            <p:cNvCxnSpPr>
              <ns62:stCxn xmlns:ns62="http://schemas.openxmlformats.org/drawingml/2006/main" id="233" idx="2"/>
              <ns63:endCxn xmlns:ns63="http://schemas.openxmlformats.org/drawingml/2006/main" id="234" idx="0"/>
            </p:cNvCxnSpPr>
            <p:nvPr/>
          </p:nvCxnSpPr>
          <p:spPr>
            <a:xfrm xmlns:a="http://schemas.openxmlformats.org/drawingml/2006/main" flipH="1" flipV="0">
              <a:off x="13211175" y="4133850"/>
              <a:ext cx="276225" cy="3619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0" name="merged-graph-edge-13">
              <a:extLst xmlns:a="http://schemas.openxmlformats.org/drawingml/2006/main">
                <a:ext uri="{FF2B5EF4-FFF2-40B4-BE49-F238E27FC236}">
                  <a16:creationId xmlns:a16="http://schemas.microsoft.com/office/drawing/2014/main" id="{2C3CA14C-2E48-4FE2-A019-57C4E3B639F7}"/>
                </a:ext>
              </a:extLst>
            </p:cNvPr>
            <p:cNvCxnSpPr>
              <ns64:stCxn xmlns:ns64="http://schemas.openxmlformats.org/drawingml/2006/main" id="233" idx="2"/>
              <ns65:endCxn xmlns:ns65="http://schemas.openxmlformats.org/drawingml/2006/main" id="235" idx="0"/>
            </p:cNvCxnSpPr>
            <p:nvPr/>
          </p:nvCxnSpPr>
          <p:spPr>
            <a:xfrm xmlns:a="http://schemas.openxmlformats.org/drawingml/2006/main" flipH="0" flipV="0">
              <a:off x="13487400" y="4133850"/>
              <a:ext cx="47625" cy="3524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1" name="merged-graph-edge-14">
              <a:extLst xmlns:a="http://schemas.openxmlformats.org/drawingml/2006/main">
                <a:ext uri="{FF2B5EF4-FFF2-40B4-BE49-F238E27FC236}">
                  <a16:creationId xmlns:a16="http://schemas.microsoft.com/office/drawing/2014/main" id="{476D9CBE-06D8-4CC5-9A7F-781E1C1B4AE3}"/>
                </a:ext>
              </a:extLst>
            </p:cNvPr>
            <p:cNvCxnSpPr>
              <ns66:stCxn xmlns:ns66="http://schemas.openxmlformats.org/drawingml/2006/main" id="233" idx="3"/>
              <ns67:endCxn xmlns:ns67="http://schemas.openxmlformats.org/drawingml/2006/main" id="236" idx="1"/>
            </p:cNvCxnSpPr>
            <p:nvPr/>
          </p:nvCxnSpPr>
          <p:spPr>
            <a:xfrm xmlns:a="http://schemas.openxmlformats.org/drawingml/2006/main" flipH="0" flipV="0">
              <a:off x="13487400" y="4133850"/>
              <a:ext cx="4000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2" name="merged-graph-edge-15">
              <a:extLst xmlns:a="http://schemas.openxmlformats.org/drawingml/2006/main">
                <a:ext uri="{FF2B5EF4-FFF2-40B4-BE49-F238E27FC236}">
                  <a16:creationId xmlns:a16="http://schemas.microsoft.com/office/drawing/2014/main" id="{7FA8935C-E736-4B5D-B9D0-9A8BD690F2A4}"/>
                </a:ext>
              </a:extLst>
            </p:cNvPr>
            <p:cNvCxnSpPr>
              <ns68:stCxn xmlns:ns68="http://schemas.openxmlformats.org/drawingml/2006/main" id="235" idx="3"/>
              <ns69:endCxn xmlns:ns69="http://schemas.openxmlformats.org/drawingml/2006/main" id="236" idx="1"/>
            </p:cNvCxnSpPr>
            <p:nvPr/>
          </p:nvCxnSpPr>
          <p:spPr>
            <a:xfrm xmlns:a="http://schemas.openxmlformats.org/drawingml/2006/main" flipH="0" flipV="1">
              <a:off x="13535025" y="4324350"/>
              <a:ext cx="352425" cy="1619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3" name="merged-graph-edge-16">
              <a:extLst xmlns:a="http://schemas.openxmlformats.org/drawingml/2006/main">
                <a:ext uri="{FF2B5EF4-FFF2-40B4-BE49-F238E27FC236}">
                  <a16:creationId xmlns:a16="http://schemas.microsoft.com/office/drawing/2014/main" id="{398BBCAE-C495-4E13-8DA7-5A822B138406}"/>
                </a:ext>
              </a:extLst>
            </p:cNvPr>
            <p:cNvCxnSpPr>
              <ns70:stCxn xmlns:ns70="http://schemas.openxmlformats.org/drawingml/2006/main" id="233" idx="1"/>
              <ns71:endCxn xmlns:ns71="http://schemas.openxmlformats.org/drawingml/2006/main" id="239" idx="3"/>
            </p:cNvCxnSpPr>
            <p:nvPr/>
          </p:nvCxnSpPr>
          <p:spPr>
            <a:xfrm xmlns:a="http://schemas.openxmlformats.org/drawingml/2006/main" flipH="1" flipV="0">
              <a:off x="12849225" y="4133850"/>
              <a:ext cx="638175" cy="1428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4" name="merged-graph-edge-17">
              <a:extLst xmlns:a="http://schemas.openxmlformats.org/drawingml/2006/main">
                <a:ext uri="{FF2B5EF4-FFF2-40B4-BE49-F238E27FC236}">
                  <a16:creationId xmlns:a16="http://schemas.microsoft.com/office/drawing/2014/main" id="{7CCA08B1-DA9E-43CC-A29F-D35B662EFA6C}"/>
                </a:ext>
              </a:extLst>
            </p:cNvPr>
            <p:cNvCxnSpPr>
              <ns72:stCxn xmlns:ns72="http://schemas.openxmlformats.org/drawingml/2006/main" id="237" idx="2"/>
              <ns73:endCxn xmlns:ns73="http://schemas.openxmlformats.org/drawingml/2006/main" id="239" idx="0"/>
            </p:cNvCxnSpPr>
            <p:nvPr/>
          </p:nvCxnSpPr>
          <p:spPr>
            <a:xfrm xmlns:a="http://schemas.openxmlformats.org/drawingml/2006/main" flipH="1" flipV="0">
              <a:off x="12849225" y="3895725"/>
              <a:ext cx="38100" cy="381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" name="merged-graph-edge-18">
              <a:extLst xmlns:a="http://schemas.openxmlformats.org/drawingml/2006/main">
                <a:ext uri="{FF2B5EF4-FFF2-40B4-BE49-F238E27FC236}">
                  <a16:creationId xmlns:a16="http://schemas.microsoft.com/office/drawing/2014/main" id="{49753C58-C239-4A59-A13F-0887BD1EE942}"/>
                </a:ext>
              </a:extLst>
            </p:cNvPr>
            <p:cNvCxnSpPr>
              <ns74:stCxn xmlns:ns74="http://schemas.openxmlformats.org/drawingml/2006/main" id="238" idx="2"/>
              <ns75:endCxn xmlns:ns75="http://schemas.openxmlformats.org/drawingml/2006/main" id="239" idx="0"/>
            </p:cNvCxnSpPr>
            <p:nvPr/>
          </p:nvCxnSpPr>
          <p:spPr>
            <a:xfrm xmlns:a="http://schemas.openxmlformats.org/drawingml/2006/main" flipH="0" flipV="0">
              <a:off x="12553950" y="3971925"/>
              <a:ext cx="295275" cy="3048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6" name="merged-graph-edge-19">
              <a:extLst xmlns:a="http://schemas.openxmlformats.org/drawingml/2006/main">
                <a:ext uri="{FF2B5EF4-FFF2-40B4-BE49-F238E27FC236}">
                  <a16:creationId xmlns:a16="http://schemas.microsoft.com/office/drawing/2014/main" id="{E4118F30-F217-4DF8-BE92-DE9012571080}"/>
                </a:ext>
              </a:extLst>
            </p:cNvPr>
            <p:cNvCxnSpPr>
              <ns76:stCxn xmlns:ns76="http://schemas.openxmlformats.org/drawingml/2006/main" id="238" idx="2"/>
              <ns77:endCxn xmlns:ns77="http://schemas.openxmlformats.org/drawingml/2006/main" id="240" idx="0"/>
            </p:cNvCxnSpPr>
            <p:nvPr/>
          </p:nvCxnSpPr>
          <p:spPr>
            <a:xfrm xmlns:a="http://schemas.openxmlformats.org/drawingml/2006/main" flipH="1" flipV="0">
              <a:off x="12477750" y="3971925"/>
              <a:ext cx="76200" cy="3905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7" name="merged-graph-edge-20">
              <a:extLst xmlns:a="http://schemas.openxmlformats.org/drawingml/2006/main">
                <a:ext uri="{FF2B5EF4-FFF2-40B4-BE49-F238E27FC236}">
                  <a16:creationId xmlns:a16="http://schemas.microsoft.com/office/drawing/2014/main" id="{2F287DA7-24A7-4740-AA94-461E9C2DDB9D}"/>
                </a:ext>
              </a:extLst>
            </p:cNvPr>
            <p:cNvCxnSpPr>
              <ns78:stCxn xmlns:ns78="http://schemas.openxmlformats.org/drawingml/2006/main" id="239" idx="1"/>
              <ns79:endCxn xmlns:ns79="http://schemas.openxmlformats.org/drawingml/2006/main" id="240" idx="3"/>
            </p:cNvCxnSpPr>
            <p:nvPr/>
          </p:nvCxnSpPr>
          <p:spPr>
            <a:xfrm xmlns:a="http://schemas.openxmlformats.org/drawingml/2006/main" flipH="1" flipV="0">
              <a:off x="12477750" y="4276725"/>
              <a:ext cx="371475" cy="857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8" name="merged-graph-edge-21">
              <a:extLst xmlns:a="http://schemas.openxmlformats.org/drawingml/2006/main">
                <a:ext uri="{FF2B5EF4-FFF2-40B4-BE49-F238E27FC236}">
                  <a16:creationId xmlns:a16="http://schemas.microsoft.com/office/drawing/2014/main" id="{F2DDE157-6652-4EBB-98AF-483AB40060A8}"/>
                </a:ext>
              </a:extLst>
            </p:cNvPr>
            <p:cNvCxnSpPr>
              <ns80:stCxn xmlns:ns80="http://schemas.openxmlformats.org/drawingml/2006/main" id="239" idx="2"/>
              <ns81:endCxn xmlns:ns81="http://schemas.openxmlformats.org/drawingml/2006/main" id="241" idx="0"/>
            </p:cNvCxnSpPr>
            <p:nvPr/>
          </p:nvCxnSpPr>
          <p:spPr>
            <a:xfrm xmlns:a="http://schemas.openxmlformats.org/drawingml/2006/main" flipH="1" flipV="0">
              <a:off x="12677775" y="4276725"/>
              <a:ext cx="171450" cy="3524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9" name="merged-graph-edge-22">
              <a:extLst xmlns:a="http://schemas.openxmlformats.org/drawingml/2006/main">
                <a:ext uri="{FF2B5EF4-FFF2-40B4-BE49-F238E27FC236}">
                  <a16:creationId xmlns:a16="http://schemas.microsoft.com/office/drawing/2014/main" id="{E0228300-9D7C-4EF3-B450-8E9B53844D1A}"/>
                </a:ext>
              </a:extLst>
            </p:cNvPr>
            <p:cNvCxnSpPr>
              <ns82:stCxn xmlns:ns82="http://schemas.openxmlformats.org/drawingml/2006/main" id="239" idx="2"/>
              <ns83:endCxn xmlns:ns83="http://schemas.openxmlformats.org/drawingml/2006/main" id="242" idx="0"/>
            </p:cNvCxnSpPr>
            <p:nvPr/>
          </p:nvCxnSpPr>
          <p:spPr>
            <a:xfrm xmlns:a="http://schemas.openxmlformats.org/drawingml/2006/main" flipH="0" flipV="0">
              <a:off x="12849225" y="4276725"/>
              <a:ext cx="133350" cy="3524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20" name="merged-graph-edge-23">
              <a:extLst xmlns:a="http://schemas.openxmlformats.org/drawingml/2006/main">
                <a:ext uri="{FF2B5EF4-FFF2-40B4-BE49-F238E27FC236}">
                  <a16:creationId xmlns:a16="http://schemas.microsoft.com/office/drawing/2014/main" id="{E6C076C8-A329-473E-9A5C-831AC649DEE8}"/>
                </a:ext>
              </a:extLst>
            </p:cNvPr>
            <p:cNvCxnSpPr>
              <ns84:stCxn xmlns:ns84="http://schemas.openxmlformats.org/drawingml/2006/main" id="240" idx="2"/>
              <ns85:endCxn xmlns:ns85="http://schemas.openxmlformats.org/drawingml/2006/main" id="241" idx="0"/>
            </p:cNvCxnSpPr>
            <p:nvPr/>
          </p:nvCxnSpPr>
          <p:spPr>
            <a:xfrm xmlns:a="http://schemas.openxmlformats.org/drawingml/2006/main" flipH="0" flipV="0">
              <a:off x="12477750" y="4362450"/>
              <a:ext cx="200025" cy="2667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21" name="merged-graph-edge-24">
              <a:extLst xmlns:a="http://schemas.openxmlformats.org/drawingml/2006/main">
                <a:ext uri="{FF2B5EF4-FFF2-40B4-BE49-F238E27FC236}">
                  <a16:creationId xmlns:a16="http://schemas.microsoft.com/office/drawing/2014/main" id="{BF1FDF54-F0C2-493C-8265-B96EE0D8DD6A}"/>
                </a:ext>
              </a:extLst>
            </p:cNvPr>
            <p:cNvCxnSpPr>
              <ns86:stCxn xmlns:ns86="http://schemas.openxmlformats.org/drawingml/2006/main" id="237" idx="3"/>
              <ns87:endCxn xmlns:ns87="http://schemas.openxmlformats.org/drawingml/2006/main" id="232" idx="1"/>
            </p:cNvCxnSpPr>
            <p:nvPr/>
          </p:nvCxnSpPr>
          <p:spPr>
            <a:xfrm xmlns:a="http://schemas.openxmlformats.org/drawingml/2006/main" flipH="0" flipV="1">
              <a:off x="12887325" y="3705225"/>
              <a:ext cx="7810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22" name="merged-graph-node-0">
              <a:extLst xmlns:a="http://schemas.openxmlformats.org/drawingml/2006/main">
                <a:ext uri="{FF2B5EF4-FFF2-40B4-BE49-F238E27FC236}">
                  <a16:creationId xmlns:a16="http://schemas.microsoft.com/office/drawing/2014/main" id="{2824D49C-CE08-42CF-8EF5-17CCCCBD63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68225" y="32194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FE5F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3" name="merged-graph-node-1">
              <a:extLst xmlns:a="http://schemas.openxmlformats.org/drawingml/2006/main">
                <a:ext uri="{FF2B5EF4-FFF2-40B4-BE49-F238E27FC236}">
                  <a16:creationId xmlns:a16="http://schemas.microsoft.com/office/drawing/2014/main" id="{BAA1784C-0CD9-4316-B2B2-8943D2B141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25400" y="335280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7C6EE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4" name="merged-graph-node-2">
              <a:extLst xmlns:a="http://schemas.openxmlformats.org/drawingml/2006/main">
                <a:ext uri="{FF2B5EF4-FFF2-40B4-BE49-F238E27FC236}">
                  <a16:creationId xmlns:a16="http://schemas.microsoft.com/office/drawing/2014/main" id="{E1C7F563-8862-44C0-A15A-62FB738BAC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20600" y="350520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FE5F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5" name="merged-graph-node-3">
              <a:extLst xmlns:a="http://schemas.openxmlformats.org/drawingml/2006/main">
                <a:ext uri="{FF2B5EF4-FFF2-40B4-BE49-F238E27FC236}">
                  <a16:creationId xmlns:a16="http://schemas.microsoft.com/office/drawing/2014/main" id="{24B60FBA-A857-4C66-A539-1FC315FC84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601575" y="36766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FE5F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6" name="merged-graph-node-4">
              <a:extLst xmlns:a="http://schemas.openxmlformats.org/drawingml/2006/main">
                <a:ext uri="{FF2B5EF4-FFF2-40B4-BE49-F238E27FC236}">
                  <a16:creationId xmlns:a16="http://schemas.microsoft.com/office/drawing/2014/main" id="{290E324D-52A3-458D-9607-8D682FA252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915900" y="285750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7" name="merged-graph-node-5">
              <a:extLst xmlns:a="http://schemas.openxmlformats.org/drawingml/2006/main">
                <a:ext uri="{FF2B5EF4-FFF2-40B4-BE49-F238E27FC236}">
                  <a16:creationId xmlns:a16="http://schemas.microsoft.com/office/drawing/2014/main" id="{03CBC716-4214-41FC-A184-5EB43923DF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58825" y="2486025"/>
              <a:ext cx="247650" cy="2476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8" name="merged-graph-node-6">
              <a:extLst xmlns:a="http://schemas.openxmlformats.org/drawingml/2006/main">
                <a:ext uri="{FF2B5EF4-FFF2-40B4-BE49-F238E27FC236}">
                  <a16:creationId xmlns:a16="http://schemas.microsoft.com/office/drawing/2014/main" id="{DF7C844A-E113-4131-8ED6-6186E87450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68350" y="316230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29" name="merged-graph-node-7">
              <a:extLst xmlns:a="http://schemas.openxmlformats.org/drawingml/2006/main">
                <a:ext uri="{FF2B5EF4-FFF2-40B4-BE49-F238E27FC236}">
                  <a16:creationId xmlns:a16="http://schemas.microsoft.com/office/drawing/2014/main" id="{F105A583-C1F5-43A5-ADC9-C8335E3356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97025" y="3038475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0" name="merged-graph-node-8">
              <a:extLst xmlns:a="http://schemas.openxmlformats.org/drawingml/2006/main">
                <a:ext uri="{FF2B5EF4-FFF2-40B4-BE49-F238E27FC236}">
                  <a16:creationId xmlns:a16="http://schemas.microsoft.com/office/drawing/2014/main" id="{50C32E40-FA70-4C0E-91A8-60C57ACAE5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97025" y="344805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1" name="merged-graph-node-9">
              <a:extLst xmlns:a="http://schemas.openxmlformats.org/drawingml/2006/main">
                <a:ext uri="{FF2B5EF4-FFF2-40B4-BE49-F238E27FC236}">
                  <a16:creationId xmlns:a16="http://schemas.microsoft.com/office/drawing/2014/main" id="{E40FDCD0-AB4A-455F-A628-397EF675DC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0225" y="3629025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2" name="merged-graph-node-10">
              <a:extLst xmlns:a="http://schemas.openxmlformats.org/drawingml/2006/main">
                <a:ext uri="{FF2B5EF4-FFF2-40B4-BE49-F238E27FC236}">
                  <a16:creationId xmlns:a16="http://schemas.microsoft.com/office/drawing/2014/main" id="{76E20EA4-F6CF-4DF3-ADF0-48516061D6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01700" y="36385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6DDD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3" name="merged-graph-node-11">
              <a:extLst xmlns:a="http://schemas.openxmlformats.org/drawingml/2006/main">
                <a:ext uri="{FF2B5EF4-FFF2-40B4-BE49-F238E27FC236}">
                  <a16:creationId xmlns:a16="http://schemas.microsoft.com/office/drawing/2014/main" id="{EA1F3C60-B609-4B86-B2F9-E934C34246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73100" y="401955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DE5F2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4" name="merged-graph-node-12">
              <a:extLst xmlns:a="http://schemas.openxmlformats.org/drawingml/2006/main">
                <a:ext uri="{FF2B5EF4-FFF2-40B4-BE49-F238E27FC236}">
                  <a16:creationId xmlns:a16="http://schemas.microsoft.com/office/drawing/2014/main" id="{B6320E49-EE5E-418F-ACDA-8E58D22886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44500" y="442912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0EFF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5" name="merged-graph-node-13">
              <a:extLst xmlns:a="http://schemas.openxmlformats.org/drawingml/2006/main">
                <a:ext uri="{FF2B5EF4-FFF2-40B4-BE49-F238E27FC236}">
                  <a16:creationId xmlns:a16="http://schemas.microsoft.com/office/drawing/2014/main" id="{8BDD96F5-9754-4866-B293-07ADC58EFD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68350" y="441960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0EFF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6" name="merged-graph-node-14">
              <a:extLst xmlns:a="http://schemas.openxmlformats.org/drawingml/2006/main">
                <a:ext uri="{FF2B5EF4-FFF2-40B4-BE49-F238E27FC236}">
                  <a16:creationId xmlns:a16="http://schemas.microsoft.com/office/drawing/2014/main" id="{C94EE456-99AB-4F77-9033-831123C28A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820775" y="425767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0EFF3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7" name="merged-graph-node-15">
              <a:extLst xmlns:a="http://schemas.openxmlformats.org/drawingml/2006/main">
                <a:ext uri="{FF2B5EF4-FFF2-40B4-BE49-F238E27FC236}">
                  <a16:creationId xmlns:a16="http://schemas.microsoft.com/office/drawing/2014/main" id="{C7D1F01A-4952-47EB-8DA1-45D5BC5695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20650" y="38290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6DDD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8" name="merged-graph-node-16">
              <a:extLst xmlns:a="http://schemas.openxmlformats.org/drawingml/2006/main">
                <a:ext uri="{FF2B5EF4-FFF2-40B4-BE49-F238E27FC236}">
                  <a16:creationId xmlns:a16="http://schemas.microsoft.com/office/drawing/2014/main" id="{B1EC2E0E-D68D-4BCD-BD60-EB2B65F412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87275" y="39052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6DDD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39" name="merged-graph-node-17">
              <a:extLst xmlns:a="http://schemas.openxmlformats.org/drawingml/2006/main">
                <a:ext uri="{FF2B5EF4-FFF2-40B4-BE49-F238E27FC236}">
                  <a16:creationId xmlns:a16="http://schemas.microsoft.com/office/drawing/2014/main" id="{1A1FED53-BCB4-49DA-A11C-EFB5076D85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25400" y="4152900"/>
              <a:ext cx="247650" cy="2476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92C6BE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40" name="merged-graph-node-18">
              <a:extLst xmlns:a="http://schemas.openxmlformats.org/drawingml/2006/main">
                <a:ext uri="{FF2B5EF4-FFF2-40B4-BE49-F238E27FC236}">
                  <a16:creationId xmlns:a16="http://schemas.microsoft.com/office/drawing/2014/main" id="{67C83C32-6260-498C-BEA0-1285529792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11075" y="429577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6DDD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41" name="merged-graph-node-19">
              <a:extLst xmlns:a="http://schemas.openxmlformats.org/drawingml/2006/main">
                <a:ext uri="{FF2B5EF4-FFF2-40B4-BE49-F238E27FC236}">
                  <a16:creationId xmlns:a16="http://schemas.microsoft.com/office/drawing/2014/main" id="{1E920B8E-1EEB-4E81-900E-BBA0CF4FC3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611100" y="456247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6DDD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42" name="merged-graph-node-20">
              <a:extLst xmlns:a="http://schemas.openxmlformats.org/drawingml/2006/main">
                <a:ext uri="{FF2B5EF4-FFF2-40B4-BE49-F238E27FC236}">
                  <a16:creationId xmlns:a16="http://schemas.microsoft.com/office/drawing/2014/main" id="{B685C1EE-93ED-4C65-90F6-325D316008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915900" y="456247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6DDD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</p:grpSp>
      <p:sp>
        <p:nvSpPr>
          <p:cNvPr id="243" name="merged-highlight-one">
            <a:extLst xmlns:a="http://schemas.openxmlformats.org/drawingml/2006/main">
              <a:ext uri="{FF2B5EF4-FFF2-40B4-BE49-F238E27FC236}">
                <a16:creationId xmlns:a16="http://schemas.microsoft.com/office/drawing/2014/main" id="{12856000-3FB4-469C-8BFC-921DC89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3762375"/>
            <a:ext cx="295275" cy="2952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dash"/>
          </a:ln>
        </p:spPr>
      </p:sp>
      <p:sp>
        <p:nvSpPr>
          <p:cNvPr id="244" name="merged-highlight-two">
            <a:extLst xmlns:a="http://schemas.openxmlformats.org/drawingml/2006/main">
              <a:ext uri="{FF2B5EF4-FFF2-40B4-BE49-F238E27FC236}">
                <a16:creationId xmlns:a16="http://schemas.microsoft.com/office/drawing/2014/main" id="{284283B1-6479-49E8-8195-CAAA5B0A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62350"/>
            <a:ext cx="295275" cy="2952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dash"/>
          </a:ln>
        </p:spPr>
      </p:sp>
      <p:sp>
        <p:nvSpPr>
          <p:cNvPr id="245" name="merged-node-label">
            <a:extLst xmlns:a="http://schemas.openxmlformats.org/drawingml/2006/main">
              <a:ext uri="{FF2B5EF4-FFF2-40B4-BE49-F238E27FC236}">
                <a16:creationId xmlns:a16="http://schemas.microsoft.com/office/drawing/2014/main" id="{0B613F23-6B93-42FE-97DD-BF004DF7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38195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25" b="0" i="1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Merged Node</a:t>
            </a:r>
          </a:p>
        </p:txBody>
      </p:sp>
      <p:sp>
        <p:nvSpPr>
          <p:cNvPr id="246" name="vector-database-boundary">
            <a:extLst xmlns:a="http://schemas.openxmlformats.org/drawingml/2006/main">
              <a:ext uri="{FF2B5EF4-FFF2-40B4-BE49-F238E27FC236}">
                <a16:creationId xmlns:a16="http://schemas.microsoft.com/office/drawing/2014/main" id="{63ED33F4-0ADB-4028-8090-22488AE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924550"/>
            <a:ext cx="3962400" cy="2305050"/>
          </a:xfrm>
          <a:prstGeom xmlns:a="http://schemas.openxmlformats.org/drawingml/2006/main" prst="roundRect">
            <a:avLst>
              <a:gd name="adj" fmla="val 12397"/>
            </a:avLst>
          </a:prstGeom>
          <a:noFill xmlns:a="http://schemas.openxmlformats.org/drawingml/2006/main"/>
          <a:ln xmlns:a="http://schemas.openxmlformats.org/drawingml/2006/main" w="26670">
            <a:solidFill>
              <a:srgbClr val="111111"/>
            </a:solidFill>
            <a:prstDash val="dash"/>
          </a:ln>
        </p:spPr>
      </p:sp>
      <p:sp>
        <p:nvSpPr>
          <p:cNvPr id="247" name="vector-title-mask">
            <a:extLst xmlns:a="http://schemas.openxmlformats.org/drawingml/2006/main">
              <a:ext uri="{FF2B5EF4-FFF2-40B4-BE49-F238E27FC236}">
                <a16:creationId xmlns:a16="http://schemas.microsoft.com/office/drawing/2014/main" id="{1C71E8C3-FB49-40A5-AEEC-59E2DC27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743575"/>
            <a:ext cx="1914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vector-database-heading">
            <a:extLst xmlns:a="http://schemas.openxmlformats.org/drawingml/2006/main">
              <a:ext uri="{FF2B5EF4-FFF2-40B4-BE49-F238E27FC236}">
                <a16:creationId xmlns:a16="http://schemas.microsoft.com/office/drawing/2014/main" id="{798440F4-0764-4152-96F4-890703BA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76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Vector Database</a:t>
            </a:r>
          </a:p>
        </p:txBody>
      </p:sp>
      <p:cxnSp>
        <p:nvCxnSpPr>
          <p:cNvPr id="249" name="vdb-divider">
            <a:extLst xmlns:a="http://schemas.openxmlformats.org/drawingml/2006/main">
              <a:ext uri="{FF2B5EF4-FFF2-40B4-BE49-F238E27FC236}">
                <a16:creationId xmlns:a16="http://schemas.microsoft.com/office/drawing/2014/main" id="{097DB41D-8D10-48D6-80FA-62A51DCA8F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63275" y="7124700"/>
            <a:ext cx="1371600" cy="9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11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250" name="text-vdb-label">
            <a:extLst xmlns:a="http://schemas.openxmlformats.org/drawingml/2006/main">
              <a:ext uri="{FF2B5EF4-FFF2-40B4-BE49-F238E27FC236}">
                <a16:creationId xmlns:a16="http://schemas.microsoft.com/office/drawing/2014/main" id="{47DB3439-3B3D-4ECC-8A2B-39E6E622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0483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Text VDB</a:t>
            </a:r>
          </a:p>
        </p:txBody>
      </p:sp>
      <p:sp>
        <p:nvSpPr>
          <p:cNvPr id="251" name="multimodal-vdb-label">
            <a:extLst xmlns:a="http://schemas.openxmlformats.org/drawingml/2006/main">
              <a:ext uri="{FF2B5EF4-FFF2-40B4-BE49-F238E27FC236}">
                <a16:creationId xmlns:a16="http://schemas.microsoft.com/office/drawing/2014/main" id="{39992BC0-3949-43C3-93AA-54050AE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71818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Multi-modal VDB</a:t>
            </a:r>
          </a:p>
        </p:txBody>
      </p:sp>
      <p:sp>
        <p:nvSpPr>
          <p:cNvPr id="252" name="merged-vdb-label">
            <a:extLst xmlns:a="http://schemas.openxmlformats.org/drawingml/2006/main">
              <a:ext uri="{FF2B5EF4-FFF2-40B4-BE49-F238E27FC236}">
                <a16:creationId xmlns:a16="http://schemas.microsoft.com/office/drawing/2014/main" id="{4EE0DEA6-C722-4E92-8E6E-7E6A68D4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22935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VDB over All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Documents</a:t>
            </a:r>
          </a:p>
        </p:txBody>
      </p:sp>
      <p:grpSp>
        <p:nvGrpSpPr>
          <p:cNvPr id="351" name="text-vector module"/>
          <p:cNvGrpSpPr/>
          <p:nvPr/>
        </p:nvGrpSpPr>
        <p:grpSpPr>
          <ns1:xfrm xmlns:ns1="http://schemas.openxmlformats.org/drawingml/2006/main">
            <ns1:off x="11172825" y="6353175"/>
            <ns1:ext cx="990600" cy="657225"/>
            <ns1:chOff x="11172825" y="6353175"/>
            <ns1:chExt cx="990600" cy="657225"/>
          </ns1:xfrm>
        </p:grpSpPr>
        <p:sp>
          <p:nvSpPr>
            <p:cNvPr id="253" name="text-vector-layer-3">
              <a:extLst xmlns:a="http://schemas.openxmlformats.org/drawingml/2006/main">
                <a:ext uri="{FF2B5EF4-FFF2-40B4-BE49-F238E27FC236}">
                  <a16:creationId xmlns:a16="http://schemas.microsoft.com/office/drawing/2014/main" id="{62150595-8549-4692-9A29-1B1E667B77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6724650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54" name="text-vector-layer-2">
              <a:extLst xmlns:a="http://schemas.openxmlformats.org/drawingml/2006/main">
                <a:ext uri="{FF2B5EF4-FFF2-40B4-BE49-F238E27FC236}">
                  <a16:creationId xmlns:a16="http://schemas.microsoft.com/office/drawing/2014/main" id="{C0469D13-F65B-4F6C-90F7-A55290CF9B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6600825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55" name="text-vector-layer-1">
              <a:extLst xmlns:a="http://schemas.openxmlformats.org/drawingml/2006/main">
                <a:ext uri="{FF2B5EF4-FFF2-40B4-BE49-F238E27FC236}">
                  <a16:creationId xmlns:a16="http://schemas.microsoft.com/office/drawing/2014/main" id="{36A15FC5-2F08-4EBC-84BE-49350AFCD6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6477000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56" name="text-vector-layer-0">
              <a:extLst xmlns:a="http://schemas.openxmlformats.org/drawingml/2006/main">
                <a:ext uri="{FF2B5EF4-FFF2-40B4-BE49-F238E27FC236}">
                  <a16:creationId xmlns:a16="http://schemas.microsoft.com/office/drawing/2014/main" id="{FEB0C7E4-0021-41AD-AD56-6C799F1E1D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6353175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</p:grpSp>
      <p:grpSp>
        <p:nvGrpSpPr>
          <p:cNvPr id="352" name="multimodal-vector module"/>
          <p:cNvGrpSpPr/>
          <p:nvPr/>
        </p:nvGrpSpPr>
        <p:grpSpPr>
          <ns1:xfrm xmlns:ns1="http://schemas.openxmlformats.org/drawingml/2006/main">
            <ns1:off x="11172825" y="7572375"/>
            <ns1:ext cx="990600" cy="533400"/>
            <ns1:chOff x="11172825" y="7572375"/>
            <ns1:chExt cx="990600" cy="533400"/>
          </ns1:xfrm>
        </p:grpSpPr>
        <p:sp>
          <p:nvSpPr>
            <p:cNvPr id="257" name="multimodal-vector-layer-2">
              <a:extLst xmlns:a="http://schemas.openxmlformats.org/drawingml/2006/main">
                <a:ext uri="{FF2B5EF4-FFF2-40B4-BE49-F238E27FC236}">
                  <a16:creationId xmlns:a16="http://schemas.microsoft.com/office/drawing/2014/main" id="{06FD824E-580E-4F36-9FDB-3B859B4EEB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7820025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94C6BF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58" name="multimodal-vector-layer-1">
              <a:extLst xmlns:a="http://schemas.openxmlformats.org/drawingml/2006/main">
                <a:ext uri="{FF2B5EF4-FFF2-40B4-BE49-F238E27FC236}">
                  <a16:creationId xmlns:a16="http://schemas.microsoft.com/office/drawing/2014/main" id="{A022EC94-A71F-4D29-9E55-D5E5BD8D4B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7696200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DACEFA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59" name="multimodal-vector-layer-0">
              <a:extLst xmlns:a="http://schemas.openxmlformats.org/drawingml/2006/main">
                <a:ext uri="{FF2B5EF4-FFF2-40B4-BE49-F238E27FC236}">
                  <a16:creationId xmlns:a16="http://schemas.microsoft.com/office/drawing/2014/main" id="{A85B904C-6DE3-4B31-BBBF-25A235E87D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72825" y="7572375"/>
              <a:ext cx="990600" cy="285750"/>
            </a:xfrm>
            <a:custGeom xmlns:a="http://schemas.openxmlformats.org/drawingml/2006/main">
              <a:pathLst>
                <a:path w="990600" h="285750">
                  <a:moveTo>
                    <a:pt x="0" y="209550"/>
                  </a:moveTo>
                  <a:lnTo>
                    <a:pt x="525018" y="0"/>
                  </a:lnTo>
                  <a:lnTo>
                    <a:pt x="990600" y="57150"/>
                  </a:lnTo>
                  <a:lnTo>
                    <a:pt x="475488" y="285750"/>
                  </a:lnTo>
                  <a:close/>
                </a:path>
              </a:pathLst>
            </a:custGeom>
            <a:solidFill xmlns:a="http://schemas.openxmlformats.org/drawingml/2006/main">
              <a:srgbClr val="BDE5F2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</p:grpSp>
      <p:grpSp>
        <p:nvGrpSpPr>
          <p:cNvPr id="353" name="merged-vector module"/>
          <p:cNvGrpSpPr/>
          <p:nvPr/>
        </p:nvGrpSpPr>
        <p:grpSpPr>
          <ns1:xfrm xmlns:ns1="http://schemas.openxmlformats.org/drawingml/2006/main">
            <ns1:off x="13315950" y="6705600"/>
            <ns1:ext cx="1066800" cy="781050"/>
            <ns1:chOff x="13315950" y="6705600"/>
            <ns1:chExt cx="1066800" cy="781050"/>
          </ns1:xfrm>
        </p:grpSpPr>
        <p:sp>
          <p:nvSpPr>
            <p:cNvPr id="260" name="merged-vector-layer-4">
              <a:extLst xmlns:a="http://schemas.openxmlformats.org/drawingml/2006/main">
                <a:ext uri="{FF2B5EF4-FFF2-40B4-BE49-F238E27FC236}">
                  <a16:creationId xmlns:a16="http://schemas.microsoft.com/office/drawing/2014/main" id="{A9EBC98A-81E6-4812-99A2-BDF6CBB406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15950" y="7200900"/>
              <a:ext cx="1066800" cy="285750"/>
            </a:xfrm>
            <a:custGeom xmlns:a="http://schemas.openxmlformats.org/drawingml/2006/main">
              <a:pathLst>
                <a:path w="1066800" h="285750">
                  <a:moveTo>
                    <a:pt x="0" y="209550"/>
                  </a:moveTo>
                  <a:lnTo>
                    <a:pt x="565404" y="0"/>
                  </a:lnTo>
                  <a:lnTo>
                    <a:pt x="1066800" y="57150"/>
                  </a:lnTo>
                  <a:lnTo>
                    <a:pt x="512064" y="285750"/>
                  </a:lnTo>
                  <a:close/>
                </a:path>
              </a:pathLst>
            </a:custGeom>
            <a:solidFill xmlns:a="http://schemas.openxmlformats.org/drawingml/2006/main">
              <a:srgbClr val="94C6BF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61" name="merged-vector-layer-3">
              <a:extLst xmlns:a="http://schemas.openxmlformats.org/drawingml/2006/main">
                <a:ext uri="{FF2B5EF4-FFF2-40B4-BE49-F238E27FC236}">
                  <a16:creationId xmlns:a16="http://schemas.microsoft.com/office/drawing/2014/main" id="{6E3F2C38-C916-4B94-897E-0F02F240C5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15950" y="7077075"/>
              <a:ext cx="1066800" cy="285750"/>
            </a:xfrm>
            <a:custGeom xmlns:a="http://schemas.openxmlformats.org/drawingml/2006/main">
              <a:pathLst>
                <a:path w="1066800" h="285750">
                  <a:moveTo>
                    <a:pt x="0" y="209550"/>
                  </a:moveTo>
                  <a:lnTo>
                    <a:pt x="565404" y="0"/>
                  </a:lnTo>
                  <a:lnTo>
                    <a:pt x="1066800" y="57150"/>
                  </a:lnTo>
                  <a:lnTo>
                    <a:pt x="512064" y="285750"/>
                  </a:lnTo>
                  <a:close/>
                </a:path>
              </a:pathLst>
            </a:custGeom>
            <a:solidFill xmlns:a="http://schemas.openxmlformats.org/drawingml/2006/main">
              <a:srgbClr val="DACEFA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62" name="merged-vector-layer-2">
              <a:extLst xmlns:a="http://schemas.openxmlformats.org/drawingml/2006/main">
                <a:ext uri="{FF2B5EF4-FFF2-40B4-BE49-F238E27FC236}">
                  <a16:creationId xmlns:a16="http://schemas.microsoft.com/office/drawing/2014/main" id="{4834A981-2E32-432F-BFD4-ABDA677E08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15950" y="6953250"/>
              <a:ext cx="1066800" cy="285750"/>
            </a:xfrm>
            <a:custGeom xmlns:a="http://schemas.openxmlformats.org/drawingml/2006/main">
              <a:pathLst>
                <a:path w="1066800" h="285750">
                  <a:moveTo>
                    <a:pt x="0" y="209550"/>
                  </a:moveTo>
                  <a:lnTo>
                    <a:pt x="565404" y="0"/>
                  </a:lnTo>
                  <a:lnTo>
                    <a:pt x="1066800" y="57150"/>
                  </a:lnTo>
                  <a:lnTo>
                    <a:pt x="512064" y="285750"/>
                  </a:lnTo>
                  <a:close/>
                </a:path>
              </a:pathLst>
            </a:custGeom>
            <a:solidFill xmlns:a="http://schemas.openxmlformats.org/drawingml/2006/main">
              <a:srgbClr val="BDE5F2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63" name="merged-vector-layer-1">
              <a:extLst xmlns:a="http://schemas.openxmlformats.org/drawingml/2006/main">
                <a:ext uri="{FF2B5EF4-FFF2-40B4-BE49-F238E27FC236}">
                  <a16:creationId xmlns:a16="http://schemas.microsoft.com/office/drawing/2014/main" id="{E1C9D900-B0A7-44F6-9D0F-8C08307999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15950" y="6829425"/>
              <a:ext cx="1066800" cy="285750"/>
            </a:xfrm>
            <a:custGeom xmlns:a="http://schemas.openxmlformats.org/drawingml/2006/main">
              <a:pathLst>
                <a:path w="1066800" h="285750">
                  <a:moveTo>
                    <a:pt x="0" y="209550"/>
                  </a:moveTo>
                  <a:lnTo>
                    <a:pt x="565404" y="0"/>
                  </a:lnTo>
                  <a:lnTo>
                    <a:pt x="1066800" y="57150"/>
                  </a:lnTo>
                  <a:lnTo>
                    <a:pt x="512064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264" name="merged-vector-layer-0">
              <a:extLst xmlns:a="http://schemas.openxmlformats.org/drawingml/2006/main">
                <a:ext uri="{FF2B5EF4-FFF2-40B4-BE49-F238E27FC236}">
                  <a16:creationId xmlns:a16="http://schemas.microsoft.com/office/drawing/2014/main" id="{8CBFD23D-8555-4710-9DAE-87FF14966D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15950" y="6705600"/>
              <a:ext cx="1066800" cy="285750"/>
            </a:xfrm>
            <a:custGeom xmlns:a="http://schemas.openxmlformats.org/drawingml/2006/main">
              <a:pathLst>
                <a:path w="1066800" h="285750">
                  <a:moveTo>
                    <a:pt x="0" y="209550"/>
                  </a:moveTo>
                  <a:lnTo>
                    <a:pt x="565404" y="0"/>
                  </a:lnTo>
                  <a:lnTo>
                    <a:pt x="1066800" y="57150"/>
                  </a:lnTo>
                  <a:lnTo>
                    <a:pt x="512064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</p:grpSp>
      <p:sp>
        <p:nvSpPr>
          <p:cNvPr id="265" name="merge-vdb-arrow">
            <a:extLst xmlns:a="http://schemas.openxmlformats.org/drawingml/2006/main">
              <a:ext uri="{FF2B5EF4-FFF2-40B4-BE49-F238E27FC236}">
                <a16:creationId xmlns:a16="http://schemas.microsoft.com/office/drawing/2014/main" id="{5C7F5007-E953-4CC2-8055-731A993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581775"/>
            <a:ext cx="542925" cy="1038225"/>
          </a:xfrm>
          <a:custGeom xmlns:a="http://schemas.openxmlformats.org/drawingml/2006/main">
            <a:pathLst>
              <a:path w="542925" h="1038225">
                <a:moveTo>
                  <a:pt x="0" y="161925"/>
                </a:moveTo>
                <a:lnTo>
                  <a:pt x="276225" y="161925"/>
                </a:lnTo>
                <a:lnTo>
                  <a:pt x="276225" y="0"/>
                </a:lnTo>
                <a:lnTo>
                  <a:pt x="542925" y="514350"/>
                </a:lnTo>
                <a:lnTo>
                  <a:pt x="276225" y="1038225"/>
                </a:lnTo>
                <a:lnTo>
                  <a:pt x="276225" y="866775"/>
                </a:lnTo>
                <a:lnTo>
                  <a:pt x="0" y="866775"/>
                </a:lnTo>
                <a:close/>
              </a:path>
            </a:pathLst>
          </a:custGeom>
          <a:solidFill xmlns:a="http://schemas.openxmlformats.org/drawingml/2006/main">
            <a:srgbClr val="E7E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merge-vdb-label">
            <a:extLst xmlns:a="http://schemas.openxmlformats.org/drawingml/2006/main">
              <a:ext uri="{FF2B5EF4-FFF2-40B4-BE49-F238E27FC236}">
                <a16:creationId xmlns:a16="http://schemas.microsoft.com/office/drawing/2014/main" id="{DF522E16-6B26-4531-A748-14CD0246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387263" y="6991350"/>
            <a:ext cx="88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Merged</a:t>
            </a:r>
          </a:p>
        </p:txBody>
      </p:sp>
      <p:sp>
        <p:nvSpPr>
          <p:cNvPr id="267" name="query-to-graph-path">
            <a:extLst xmlns:a="http://schemas.openxmlformats.org/drawingml/2006/main">
              <a:ext uri="{FF2B5EF4-FFF2-40B4-BE49-F238E27FC236}">
                <a16:creationId xmlns:a16="http://schemas.microsoft.com/office/drawing/2014/main" id="{809B0000-0C74-448B-850F-960B9B1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1885950"/>
            <a:ext cx="1943100" cy="2276475"/>
          </a:xfrm>
          <a:custGeom xmlns:a="http://schemas.openxmlformats.org/drawingml/2006/main">
            <a:pathLst>
              <a:path w="1943100" h="2276475">
                <a:moveTo>
                  <a:pt x="0" y="0"/>
                </a:moveTo>
                <a:lnTo>
                  <a:pt x="0" y="1819275"/>
                </a:lnTo>
                <a:cubicBezTo>
                  <a:pt x="0" y="2114550"/>
                  <a:pt x="238125" y="2276475"/>
                  <a:pt x="504825" y="2276475"/>
                </a:cubicBezTo>
                <a:lnTo>
                  <a:pt x="1733550" y="2276475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E1F1ED"/>
            </a:solidFill>
            <a:prstDash val="solid"/>
          </a:ln>
        </p:spPr>
      </p:sp>
      <p:cxnSp>
        <p:nvCxnSpPr>
          <p:cNvPr id="268" name="graph-retrieval-tip-shaft">
            <a:extLst xmlns:a="http://schemas.openxmlformats.org/drawingml/2006/main">
              <a:ext uri="{FF2B5EF4-FFF2-40B4-BE49-F238E27FC236}">
                <a16:creationId xmlns:a16="http://schemas.microsoft.com/office/drawing/2014/main" id="{6D0CBFBE-151D-4179-BBD2-AF135D2B6D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240250" y="4162425"/>
            <a:ext cx="66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69" name="graph-retrieval-tip-head">
            <a:extLst xmlns:a="http://schemas.openxmlformats.org/drawingml/2006/main">
              <a:ext uri="{FF2B5EF4-FFF2-40B4-BE49-F238E27FC236}">
                <a16:creationId xmlns:a16="http://schemas.microsoft.com/office/drawing/2014/main" id="{EB986AAD-D75D-45B4-BC0B-EE70BA6A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925" y="4048125"/>
            <a:ext cx="190500" cy="228600"/>
          </a:xfrm>
          <a:custGeom xmlns:a="http://schemas.openxmlformats.org/drawingml/2006/main">
            <a:pathLst>
              <a:path w="190500" h="228600">
                <a:moveTo>
                  <a:pt x="1905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query-to-vector-path">
            <a:extLst xmlns:a="http://schemas.openxmlformats.org/drawingml/2006/main">
              <a:ext uri="{FF2B5EF4-FFF2-40B4-BE49-F238E27FC236}">
                <a16:creationId xmlns:a16="http://schemas.microsoft.com/office/drawing/2014/main" id="{D9A96386-34A2-438E-8B46-1508027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1885950"/>
            <a:ext cx="1943100" cy="4629150"/>
          </a:xfrm>
          <a:custGeom xmlns:a="http://schemas.openxmlformats.org/drawingml/2006/main">
            <a:pathLst>
              <a:path w="1943100" h="4629150">
                <a:moveTo>
                  <a:pt x="0" y="0"/>
                </a:moveTo>
                <a:lnTo>
                  <a:pt x="0" y="4200525"/>
                </a:lnTo>
                <a:cubicBezTo>
                  <a:pt x="0" y="4476750"/>
                  <a:pt x="228600" y="4629150"/>
                  <a:pt x="495300" y="4629150"/>
                </a:cubicBezTo>
                <a:lnTo>
                  <a:pt x="1733550" y="46291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E1F1ED"/>
            </a:solidFill>
            <a:prstDash val="solid"/>
          </a:ln>
        </p:spPr>
      </p:sp>
      <p:cxnSp>
        <p:nvCxnSpPr>
          <p:cNvPr id="271" name="embedding-retrieval-tip-shaft">
            <a:extLst xmlns:a="http://schemas.openxmlformats.org/drawingml/2006/main">
              <a:ext uri="{FF2B5EF4-FFF2-40B4-BE49-F238E27FC236}">
                <a16:creationId xmlns:a16="http://schemas.microsoft.com/office/drawing/2014/main" id="{955711EF-0CC4-40F1-94ED-5CAEE2778A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240250" y="6515100"/>
            <a:ext cx="66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72" name="embedding-retrieval-tip-head">
            <a:extLst xmlns:a="http://schemas.openxmlformats.org/drawingml/2006/main">
              <a:ext uri="{FF2B5EF4-FFF2-40B4-BE49-F238E27FC236}">
                <a16:creationId xmlns:a16="http://schemas.microsoft.com/office/drawing/2014/main" id="{32312755-8972-45F5-B6E4-801329A3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925" y="6400800"/>
            <a:ext cx="190500" cy="228600"/>
          </a:xfrm>
          <a:custGeom xmlns:a="http://schemas.openxmlformats.org/drawingml/2006/main">
            <a:pathLst>
              <a:path w="190500" h="228600">
                <a:moveTo>
                  <a:pt x="1905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grpSp>
        <p:nvGrpSpPr>
          <p:cNvPr id="355" name="Query module"/>
          <p:cNvGrpSpPr/>
          <p:nvPr/>
        </p:nvGrpSpPr>
        <p:grpSpPr>
          <ns1:xfrm xmlns:ns1="http://schemas.openxmlformats.org/drawingml/2006/main">
            <ns1:off x="15020925" y="457200"/>
            <ns1:ext cx="2819400" cy="1428750"/>
            <ns1:chOff x="15020925" y="457200"/>
            <ns1:chExt cx="2819400" cy="1428750"/>
          </ns1:xfrm>
        </p:grpSpPr>
        <p:sp>
          <p:nvSpPr>
            <p:cNvPr id="273" name="query-box">
              <a:extLst xmlns:a="http://schemas.openxmlformats.org/drawingml/2006/main">
                <a:ext uri="{FF2B5EF4-FFF2-40B4-BE49-F238E27FC236}">
                  <a16:creationId xmlns:a16="http://schemas.microsoft.com/office/drawing/2014/main" id="{CC1E5007-2BA8-440C-A593-DEC911605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078075" y="781050"/>
              <a:ext cx="2762250" cy="1104900"/>
            </a:xfrm>
            <a:prstGeom xmlns:a="http://schemas.openxmlformats.org/drawingml/2006/main" prst="roundRect">
              <a:avLst>
                <a:gd name="adj" fmla="val 2241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8575">
              <a:solidFill>
                <a:srgbClr val="C65D16"/>
              </a:solidFill>
              <a:prstDash val="dash"/>
            </a:ln>
          </p:spPr>
        </p:sp>
        <p:sp>
          <p:nvSpPr>
            <p:cNvPr id="274" name="query-title-mask">
              <a:extLst xmlns:a="http://schemas.openxmlformats.org/drawingml/2006/main">
                <a:ext uri="{FF2B5EF4-FFF2-40B4-BE49-F238E27FC236}">
                  <a16:creationId xmlns:a16="http://schemas.microsoft.com/office/drawing/2014/main" id="{EBC558B8-3291-48C7-84E6-4309766DFD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020925" y="457200"/>
              <a:ext cx="1200150" cy="4286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76" name="query-title">
              <a:extLst xmlns:a="http://schemas.openxmlformats.org/drawingml/2006/main">
                <a:ext uri="{FF2B5EF4-FFF2-40B4-BE49-F238E27FC236}">
                  <a16:creationId xmlns:a16="http://schemas.microsoft.com/office/drawing/2014/main" id="{C69B0321-D65E-4B92-BC9B-13CC6185A0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411450" y="533400"/>
              <a:ext cx="79057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87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Query</a:t>
              </a:r>
            </a:p>
          </p:txBody>
        </p:sp>
        <p:sp>
          <p:nvSpPr>
            <p:cNvPr id="277" name="query-content">
              <a:extLst xmlns:a="http://schemas.openxmlformats.org/drawingml/2006/main">
                <a:ext uri="{FF2B5EF4-FFF2-40B4-BE49-F238E27FC236}">
                  <a16:creationId xmlns:a16="http://schemas.microsoft.com/office/drawing/2014/main" id="{BD092A8B-715F-4D78-81D0-75AF5F28AE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182850" y="981075"/>
              <a:ext cx="2533650" cy="800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Could you share insights</a:t>
              </a:r>
            </a:p>
            <a:p xmlns:a="http://schemas.openxmlformats.org/drawingml/2006/main">
              <a: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on the experimental</a:t>
              </a:r>
            </a:p>
            <a:p xmlns:a="http://schemas.openxmlformats.org/drawingml/2006/main">
              <a: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results and data tables?</a:t>
              </a:r>
            </a:p>
          </p:txBody>
        </p:sp>
      </p:grpSp>
      <p:pic>
        <p:nvPic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7C1EBF8-F75E-48BF-AE31-AD338758C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9244a45b843d0"/>
          <a:stretch xmlns:a="http://schemas.openxmlformats.org/drawingml/2006/main"/>
        </p:blipFill>
        <p:spPr>
          <a:xfrm xmlns:a="http://schemas.openxmlformats.org/drawingml/2006/main">
            <a:off x="15059744" y="485775"/>
            <a:ext cx="322412" cy="371475"/>
          </a:xfrm>
          <a:prstGeom xmlns:a="http://schemas.openxmlformats.org/drawingml/2006/main" prst="rect">
            <a:avLst/>
          </a:prstGeom>
        </p:spPr>
      </p:pic>
      <p:sp>
        <p:nvSpPr>
          <p:cNvPr id="278" name="query-keys-boundary">
            <a:extLst xmlns:a="http://schemas.openxmlformats.org/drawingml/2006/main">
              <a:ext uri="{FF2B5EF4-FFF2-40B4-BE49-F238E27FC236}">
                <a16:creationId xmlns:a16="http://schemas.microsoft.com/office/drawing/2014/main" id="{E47C4A0C-3E09-4962-819B-424AE139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2190750"/>
            <a:ext cx="32480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dash"/>
          </a:ln>
        </p:spPr>
      </p:sp>
      <p:sp>
        <p:nvSpPr>
          <p:cNvPr id="279" name="query-key-extraction">
            <a:extLst xmlns:a="http://schemas.openxmlformats.org/drawingml/2006/main">
              <a:ext uri="{FF2B5EF4-FFF2-40B4-BE49-F238E27FC236}">
                <a16:creationId xmlns:a16="http://schemas.microsoft.com/office/drawing/2014/main" id="{FF4B9A72-CE7A-44CC-B404-FF49DDEB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224790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Query High-/Low-level Keys Extraction</a:t>
            </a:r>
          </a:p>
        </p:txBody>
      </p:sp>
      <p:cxnSp>
        <p:nvCxnSpPr>
          <p:cNvPr id="280" name="query-keys-input">
            <a:extLst xmlns:a="http://schemas.openxmlformats.org/drawingml/2006/main">
              <a:ext uri="{FF2B5EF4-FFF2-40B4-BE49-F238E27FC236}">
                <a16:creationId xmlns:a16="http://schemas.microsoft.com/office/drawing/2014/main" id="{C9BD09E7-4354-4D32-AC3E-5958BAEC31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621000" y="2409825"/>
            <a:ext cx="2286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1" name="retrieval-encoder-boundary">
            <a:extLst xmlns:a="http://schemas.openxmlformats.org/drawingml/2006/main">
              <a:ext uri="{FF2B5EF4-FFF2-40B4-BE49-F238E27FC236}">
                <a16:creationId xmlns:a16="http://schemas.microsoft.com/office/drawing/2014/main" id="{009B2D22-2D71-4FD7-917B-C36263BE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5" y="4657725"/>
            <a:ext cx="1362075" cy="466725"/>
          </a:xfrm>
          <a:prstGeom xmlns:a="http://schemas.openxmlformats.org/drawingml/2006/main" prst="roundRect">
            <a:avLst>
              <a:gd name="adj" fmla="val 48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dash"/>
          </a:ln>
        </p:spPr>
      </p:sp>
      <p:sp>
        <p:nvSpPr>
          <p:cNvPr id="282" name="retrieval-text-encoder">
            <a:extLst xmlns:a="http://schemas.openxmlformats.org/drawingml/2006/main">
              <a:ext uri="{FF2B5EF4-FFF2-40B4-BE49-F238E27FC236}">
                <a16:creationId xmlns:a16="http://schemas.microsoft.com/office/drawing/2014/main" id="{567C01B6-63E4-4642-9D17-6272291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4743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Text Encoder</a:t>
            </a:r>
          </a:p>
        </p:txBody>
      </p:sp>
      <p:cxnSp>
        <p:nvCxnSpPr>
          <p:cNvPr id="283" name="query-encoder-input">
            <a:extLst xmlns:a="http://schemas.openxmlformats.org/drawingml/2006/main">
              <a:ext uri="{FF2B5EF4-FFF2-40B4-BE49-F238E27FC236}">
                <a16:creationId xmlns:a16="http://schemas.microsoft.com/office/drawing/2014/main" id="{E2E7E107-95B0-4728-A308-97B4BCB8CB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621000" y="4876800"/>
            <a:ext cx="2286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350" name="retrieved-subgraph module"/>
          <p:cNvGrpSpPr/>
          <p:nvPr/>
        </p:nvGrpSpPr>
        <p:grpSpPr>
          <ns1:xfrm xmlns:ns1="http://schemas.openxmlformats.org/drawingml/2006/main">
            <ns1:off x="16116300" y="3095625"/>
            <ns1:ext cx="866775" cy="695325"/>
            <ns1:chOff x="16116300" y="3095625"/>
            <ns1:chExt cx="866775" cy="695325"/>
          </ns1:xfrm>
        </p:grpSpPr>
        <p:cxnSp>
          <p:nvCxnSpPr>
            <p:cNvPr id="284" name="retrieved-subgraph-edge-0">
              <a:extLst xmlns:a="http://schemas.openxmlformats.org/drawingml/2006/main">
                <a:ext uri="{FF2B5EF4-FFF2-40B4-BE49-F238E27FC236}">
                  <a16:creationId xmlns:a16="http://schemas.microsoft.com/office/drawing/2014/main" id="{ABF26757-1A29-471F-B8E0-66BBE8F47416}"/>
                </a:ext>
              </a:extLst>
            </p:cNvPr>
            <p:cNvCxnSpPr>
              <ns88:stCxn xmlns:ns88="http://schemas.openxmlformats.org/drawingml/2006/main" id="298" idx="3"/>
              <ns89:endCxn xmlns:ns89="http://schemas.openxmlformats.org/drawingml/2006/main" id="299" idx="1"/>
            </p:cNvCxnSpPr>
            <p:nvPr/>
          </p:nvCxnSpPr>
          <p:spPr>
            <a:xfrm xmlns:a="http://schemas.openxmlformats.org/drawingml/2006/main" flipH="0" flipV="1">
              <a:off x="16163925" y="3171825"/>
              <a:ext cx="228600" cy="857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5" name="retrieved-subgraph-edge-1">
              <a:extLst xmlns:a="http://schemas.openxmlformats.org/drawingml/2006/main">
                <a:ext uri="{FF2B5EF4-FFF2-40B4-BE49-F238E27FC236}">
                  <a16:creationId xmlns:a16="http://schemas.microsoft.com/office/drawing/2014/main" id="{2B5843F8-8F61-4F61-BB8B-DADAB82EA4AE}"/>
                </a:ext>
              </a:extLst>
            </p:cNvPr>
            <p:cNvCxnSpPr>
              <ns90:stCxn xmlns:ns90="http://schemas.openxmlformats.org/drawingml/2006/main" id="298" idx="2"/>
              <ns91:endCxn xmlns:ns91="http://schemas.openxmlformats.org/drawingml/2006/main" id="300" idx="0"/>
            </p:cNvCxnSpPr>
            <p:nvPr/>
          </p:nvCxnSpPr>
          <p:spPr>
            <a:xfrm xmlns:a="http://schemas.openxmlformats.org/drawingml/2006/main" flipH="0" flipV="0">
              <a:off x="16163925" y="3257550"/>
              <a:ext cx="104775" cy="1238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6" name="retrieved-subgraph-edge-2">
              <a:extLst xmlns:a="http://schemas.openxmlformats.org/drawingml/2006/main">
                <a:ext uri="{FF2B5EF4-FFF2-40B4-BE49-F238E27FC236}">
                  <a16:creationId xmlns:a16="http://schemas.microsoft.com/office/drawing/2014/main" id="{67B70EFA-E1EA-4FE6-9962-38744656CD9D}"/>
                </a:ext>
              </a:extLst>
            </p:cNvPr>
            <p:cNvCxnSpPr>
              <ns92:stCxn xmlns:ns92="http://schemas.openxmlformats.org/drawingml/2006/main" id="299" idx="2"/>
              <ns93:endCxn xmlns:ns93="http://schemas.openxmlformats.org/drawingml/2006/main" id="300" idx="0"/>
            </p:cNvCxnSpPr>
            <p:nvPr/>
          </p:nvCxnSpPr>
          <p:spPr>
            <a:xfrm xmlns:a="http://schemas.openxmlformats.org/drawingml/2006/main" flipH="1" flipV="0">
              <a:off x="16268700" y="3171825"/>
              <a:ext cx="123825" cy="2095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7" name="retrieved-subgraph-edge-3">
              <a:extLst xmlns:a="http://schemas.openxmlformats.org/drawingml/2006/main">
                <a:ext uri="{FF2B5EF4-FFF2-40B4-BE49-F238E27FC236}">
                  <a16:creationId xmlns:a16="http://schemas.microsoft.com/office/drawing/2014/main" id="{095C4C92-B24A-465F-B87D-C55991275BDA}"/>
                </a:ext>
              </a:extLst>
            </p:cNvPr>
            <p:cNvCxnSpPr>
              <ns94:stCxn xmlns:ns94="http://schemas.openxmlformats.org/drawingml/2006/main" id="299" idx="3"/>
              <ns95:endCxn xmlns:ns95="http://schemas.openxmlformats.org/drawingml/2006/main" id="304" idx="1"/>
            </p:cNvCxnSpPr>
            <p:nvPr/>
          </p:nvCxnSpPr>
          <p:spPr>
            <a:xfrm xmlns:a="http://schemas.openxmlformats.org/drawingml/2006/main" flipH="0" flipV="0">
              <a:off x="16392525" y="3171825"/>
              <a:ext cx="352425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8" name="retrieved-subgraph-edge-4">
              <a:extLst xmlns:a="http://schemas.openxmlformats.org/drawingml/2006/main">
                <a:ext uri="{FF2B5EF4-FFF2-40B4-BE49-F238E27FC236}">
                  <a16:creationId xmlns:a16="http://schemas.microsoft.com/office/drawing/2014/main" id="{2E52D294-706D-49C2-83F9-49562B545A05}"/>
                </a:ext>
              </a:extLst>
            </p:cNvPr>
            <p:cNvCxnSpPr>
              <ns96:stCxn xmlns:ns96="http://schemas.openxmlformats.org/drawingml/2006/main" id="300" idx="3"/>
              <ns97:endCxn xmlns:ns97="http://schemas.openxmlformats.org/drawingml/2006/main" id="302" idx="1"/>
            </p:cNvCxnSpPr>
            <p:nvPr/>
          </p:nvCxnSpPr>
          <p:spPr>
            <a:xfrm xmlns:a="http://schemas.openxmlformats.org/drawingml/2006/main" flipH="0" flipV="0">
              <a:off x="16268700" y="3381375"/>
              <a:ext cx="152400" cy="762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9" name="retrieved-subgraph-edge-5">
              <a:extLst xmlns:a="http://schemas.openxmlformats.org/drawingml/2006/main">
                <a:ext uri="{FF2B5EF4-FFF2-40B4-BE49-F238E27FC236}">
                  <a16:creationId xmlns:a16="http://schemas.microsoft.com/office/drawing/2014/main" id="{F8935B4F-3262-46E3-93EA-2B029231C709}"/>
                </a:ext>
              </a:extLst>
            </p:cNvPr>
            <p:cNvCxnSpPr>
              <ns98:stCxn xmlns:ns98="http://schemas.openxmlformats.org/drawingml/2006/main" id="301" idx="3"/>
              <ns99:endCxn xmlns:ns99="http://schemas.openxmlformats.org/drawingml/2006/main" id="302" idx="1"/>
            </p:cNvCxnSpPr>
            <p:nvPr/>
          </p:nvCxnSpPr>
          <p:spPr>
            <a:xfrm xmlns:a="http://schemas.openxmlformats.org/drawingml/2006/main" flipH="0" flipV="1">
              <a:off x="16202025" y="3457575"/>
              <a:ext cx="219075" cy="571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0" name="retrieved-subgraph-edge-6">
              <a:extLst xmlns:a="http://schemas.openxmlformats.org/drawingml/2006/main">
                <a:ext uri="{FF2B5EF4-FFF2-40B4-BE49-F238E27FC236}">
                  <a16:creationId xmlns:a16="http://schemas.microsoft.com/office/drawing/2014/main" id="{0C7E88C1-CB9D-4AE0-9D7E-479A1F0D09A1}"/>
                </a:ext>
              </a:extLst>
            </p:cNvPr>
            <p:cNvCxnSpPr>
              <ns100:stCxn xmlns:ns100="http://schemas.openxmlformats.org/drawingml/2006/main" id="301" idx="2"/>
              <ns101:endCxn xmlns:ns101="http://schemas.openxmlformats.org/drawingml/2006/main" id="303" idx="0"/>
            </p:cNvCxnSpPr>
            <p:nvPr/>
          </p:nvCxnSpPr>
          <p:spPr>
            <a:xfrm xmlns:a="http://schemas.openxmlformats.org/drawingml/2006/main" flipH="0" flipV="0">
              <a:off x="16202025" y="3514725"/>
              <a:ext cx="190500" cy="2000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1" name="retrieved-subgraph-edge-7">
              <a:extLst xmlns:a="http://schemas.openxmlformats.org/drawingml/2006/main">
                <a:ext uri="{FF2B5EF4-FFF2-40B4-BE49-F238E27FC236}">
                  <a16:creationId xmlns:a16="http://schemas.microsoft.com/office/drawing/2014/main" id="{A48A26B6-9C36-4B54-8CD6-8CBC97338D07}"/>
                </a:ext>
              </a:extLst>
            </p:cNvPr>
            <p:cNvCxnSpPr>
              <ns102:stCxn xmlns:ns102="http://schemas.openxmlformats.org/drawingml/2006/main" id="302" idx="2"/>
              <ns103:endCxn xmlns:ns103="http://schemas.openxmlformats.org/drawingml/2006/main" id="303" idx="0"/>
            </p:cNvCxnSpPr>
            <p:nvPr/>
          </p:nvCxnSpPr>
          <p:spPr>
            <a:xfrm xmlns:a="http://schemas.openxmlformats.org/drawingml/2006/main" flipH="1" flipV="0">
              <a:off x="16392525" y="3457575"/>
              <a:ext cx="28575" cy="2571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2" name="retrieved-subgraph-edge-8">
              <a:extLst xmlns:a="http://schemas.openxmlformats.org/drawingml/2006/main">
                <a:ext uri="{FF2B5EF4-FFF2-40B4-BE49-F238E27FC236}">
                  <a16:creationId xmlns:a16="http://schemas.microsoft.com/office/drawing/2014/main" id="{EE30E5FC-0E74-4970-9E9A-D008D3106DC5}"/>
                </a:ext>
              </a:extLst>
            </p:cNvPr>
            <p:cNvCxnSpPr>
              <ns104:stCxn xmlns:ns104="http://schemas.openxmlformats.org/drawingml/2006/main" id="302" idx="3"/>
              <ns105:endCxn xmlns:ns105="http://schemas.openxmlformats.org/drawingml/2006/main" id="304" idx="1"/>
            </p:cNvCxnSpPr>
            <p:nvPr/>
          </p:nvCxnSpPr>
          <p:spPr>
            <a:xfrm xmlns:a="http://schemas.openxmlformats.org/drawingml/2006/main" flipH="0" flipV="1">
              <a:off x="16421100" y="3362325"/>
              <a:ext cx="323850" cy="952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3" name="retrieved-subgraph-edge-9">
              <a:extLst xmlns:a="http://schemas.openxmlformats.org/drawingml/2006/main">
                <a:ext uri="{FF2B5EF4-FFF2-40B4-BE49-F238E27FC236}">
                  <a16:creationId xmlns:a16="http://schemas.microsoft.com/office/drawing/2014/main" id="{06162A16-9E9B-4545-A83F-A11750E485EA}"/>
                </a:ext>
              </a:extLst>
            </p:cNvPr>
            <p:cNvCxnSpPr>
              <ns106:stCxn xmlns:ns106="http://schemas.openxmlformats.org/drawingml/2006/main" id="303" idx="0"/>
              <ns107:endCxn xmlns:ns107="http://schemas.openxmlformats.org/drawingml/2006/main" id="304" idx="2"/>
            </p:cNvCxnSpPr>
            <p:nvPr/>
          </p:nvCxnSpPr>
          <p:spPr>
            <a:xfrm xmlns:a="http://schemas.openxmlformats.org/drawingml/2006/main" flipH="0" flipV="1">
              <a:off x="16392525" y="3362325"/>
              <a:ext cx="352425" cy="3524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4" name="retrieved-subgraph-edge-10">
              <a:extLst xmlns:a="http://schemas.openxmlformats.org/drawingml/2006/main">
                <a:ext uri="{FF2B5EF4-FFF2-40B4-BE49-F238E27FC236}">
                  <a16:creationId xmlns:a16="http://schemas.microsoft.com/office/drawing/2014/main" id="{D348FE40-0BA3-4213-9B9E-56C21476E02F}"/>
                </a:ext>
              </a:extLst>
            </p:cNvPr>
            <p:cNvCxnSpPr>
              <ns108:stCxn xmlns:ns108="http://schemas.openxmlformats.org/drawingml/2006/main" id="303" idx="3"/>
              <ns109:endCxn xmlns:ns109="http://schemas.openxmlformats.org/drawingml/2006/main" id="306" idx="1"/>
            </p:cNvCxnSpPr>
            <p:nvPr/>
          </p:nvCxnSpPr>
          <p:spPr>
            <a:xfrm xmlns:a="http://schemas.openxmlformats.org/drawingml/2006/main" flipH="0" flipV="1">
              <a:off x="16392525" y="3629025"/>
              <a:ext cx="428625" cy="857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5" name="retrieved-subgraph-edge-11">
              <a:extLst xmlns:a="http://schemas.openxmlformats.org/drawingml/2006/main">
                <a:ext uri="{FF2B5EF4-FFF2-40B4-BE49-F238E27FC236}">
                  <a16:creationId xmlns:a16="http://schemas.microsoft.com/office/drawing/2014/main" id="{946E2065-E01A-476A-BE95-5DFA8B71FDD0}"/>
                </a:ext>
              </a:extLst>
            </p:cNvPr>
            <p:cNvCxnSpPr>
              <ns110:stCxn xmlns:ns110="http://schemas.openxmlformats.org/drawingml/2006/main" id="304" idx="3"/>
              <ns111:endCxn xmlns:ns111="http://schemas.openxmlformats.org/drawingml/2006/main" id="305" idx="1"/>
            </p:cNvCxnSpPr>
            <p:nvPr/>
          </p:nvCxnSpPr>
          <p:spPr>
            <a:xfrm xmlns:a="http://schemas.openxmlformats.org/drawingml/2006/main" flipH="0" flipV="1">
              <a:off x="16744950" y="3343275"/>
              <a:ext cx="190500" cy="190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6" name="retrieved-subgraph-edge-12">
              <a:extLst xmlns:a="http://schemas.openxmlformats.org/drawingml/2006/main">
                <a:ext uri="{FF2B5EF4-FFF2-40B4-BE49-F238E27FC236}">
                  <a16:creationId xmlns:a16="http://schemas.microsoft.com/office/drawing/2014/main" id="{8BCAF542-BF7A-4D05-B856-0167AC6DD0CC}"/>
                </a:ext>
              </a:extLst>
            </p:cNvPr>
            <p:cNvCxnSpPr>
              <ns112:stCxn xmlns:ns112="http://schemas.openxmlformats.org/drawingml/2006/main" id="304" idx="2"/>
              <ns113:endCxn xmlns:ns113="http://schemas.openxmlformats.org/drawingml/2006/main" id="306" idx="0"/>
            </p:cNvCxnSpPr>
            <p:nvPr/>
          </p:nvCxnSpPr>
          <p:spPr>
            <a:xfrm xmlns:a="http://schemas.openxmlformats.org/drawingml/2006/main" flipH="0" flipV="0">
              <a:off x="16744950" y="3362325"/>
              <a:ext cx="76200" cy="2667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" name="retrieved-subgraph-edge-13">
              <a:extLst xmlns:a="http://schemas.openxmlformats.org/drawingml/2006/main">
                <a:ext uri="{FF2B5EF4-FFF2-40B4-BE49-F238E27FC236}">
                  <a16:creationId xmlns:a16="http://schemas.microsoft.com/office/drawing/2014/main" id="{3711C9DB-7483-43F9-9651-12D1B2ECEB7A}"/>
                </a:ext>
              </a:extLst>
            </p:cNvPr>
            <p:cNvCxnSpPr>
              <ns114:stCxn xmlns:ns114="http://schemas.openxmlformats.org/drawingml/2006/main" id="305" idx="2"/>
              <ns115:endCxn xmlns:ns115="http://schemas.openxmlformats.org/drawingml/2006/main" id="306" idx="0"/>
            </p:cNvCxnSpPr>
            <p:nvPr/>
          </p:nvCxnSpPr>
          <p:spPr>
            <a:xfrm xmlns:a="http://schemas.openxmlformats.org/drawingml/2006/main" flipH="1" flipV="0">
              <a:off x="16821150" y="3343275"/>
              <a:ext cx="114300" cy="285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1430">
              <a:solidFill>
                <a:srgbClr val="242424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98" name="retrieved-subgraph-node-0">
              <a:extLst xmlns:a="http://schemas.openxmlformats.org/drawingml/2006/main">
                <a:ext uri="{FF2B5EF4-FFF2-40B4-BE49-F238E27FC236}">
                  <a16:creationId xmlns:a16="http://schemas.microsoft.com/office/drawing/2014/main" id="{5AEAA4B4-7E8B-455B-BE07-60D6189BE6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16300" y="32099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ACEF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299" name="retrieved-subgraph-node-1">
              <a:extLst xmlns:a="http://schemas.openxmlformats.org/drawingml/2006/main">
                <a:ext uri="{FF2B5EF4-FFF2-40B4-BE49-F238E27FC236}">
                  <a16:creationId xmlns:a16="http://schemas.microsoft.com/office/drawing/2014/main" id="{B1AE498C-8BB5-4DD3-A828-49F13DCBD1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16325" y="3095625"/>
              <a:ext cx="152400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ACEF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0" name="retrieved-subgraph-node-2">
              <a:extLst xmlns:a="http://schemas.openxmlformats.org/drawingml/2006/main">
                <a:ext uri="{FF2B5EF4-FFF2-40B4-BE49-F238E27FC236}">
                  <a16:creationId xmlns:a16="http://schemas.microsoft.com/office/drawing/2014/main" id="{A4C7128D-0763-4099-94D4-6F3CB90332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211550" y="3324225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ACEFA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1" name="retrieved-subgraph-node-3">
              <a:extLst xmlns:a="http://schemas.openxmlformats.org/drawingml/2006/main">
                <a:ext uri="{FF2B5EF4-FFF2-40B4-BE49-F238E27FC236}">
                  <a16:creationId xmlns:a16="http://schemas.microsoft.com/office/drawing/2014/main" id="{3C632AD0-2FDC-40BF-AA42-49FF5E26A3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54400" y="346710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DD6C8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2" name="retrieved-subgraph-node-4">
              <a:extLst xmlns:a="http://schemas.openxmlformats.org/drawingml/2006/main">
                <a:ext uri="{FF2B5EF4-FFF2-40B4-BE49-F238E27FC236}">
                  <a16:creationId xmlns:a16="http://schemas.microsoft.com/office/drawing/2014/main" id="{EE22BE64-063B-4D89-BCC5-F0BB859F87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73475" y="340995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DD6C8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3" name="retrieved-subgraph-node-5">
              <a:extLst xmlns:a="http://schemas.openxmlformats.org/drawingml/2006/main">
                <a:ext uri="{FF2B5EF4-FFF2-40B4-BE49-F238E27FC236}">
                  <a16:creationId xmlns:a16="http://schemas.microsoft.com/office/drawing/2014/main" id="{7FF33DAC-15F6-46BD-9883-6C99C88F36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16325" y="3638550"/>
              <a:ext cx="152400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9BC9BE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4" name="retrieved-subgraph-node-6">
              <a:extLst xmlns:a="http://schemas.openxmlformats.org/drawingml/2006/main">
                <a:ext uri="{FF2B5EF4-FFF2-40B4-BE49-F238E27FC236}">
                  <a16:creationId xmlns:a16="http://schemas.microsoft.com/office/drawing/2014/main" id="{32F23BD9-491E-401F-984B-92B1A8104C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668750" y="3286125"/>
              <a:ext cx="152400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5" name="retrieved-subgraph-node-7">
              <a:extLst xmlns:a="http://schemas.openxmlformats.org/drawingml/2006/main">
                <a:ext uri="{FF2B5EF4-FFF2-40B4-BE49-F238E27FC236}">
                  <a16:creationId xmlns:a16="http://schemas.microsoft.com/office/drawing/2014/main" id="{64601D39-7C27-4E7C-9DB2-4FE97D6A7E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887825" y="329565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E3D7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  <p:sp>
          <p:nvSpPr>
            <p:cNvPr id="306" name="retrieved-subgraph-node-8">
              <a:extLst xmlns:a="http://schemas.openxmlformats.org/drawingml/2006/main">
                <a:ext uri="{FF2B5EF4-FFF2-40B4-BE49-F238E27FC236}">
                  <a16:creationId xmlns:a16="http://schemas.microsoft.com/office/drawing/2014/main" id="{6C661E66-8438-4D67-A18E-EEEDCB454E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44950" y="3552825"/>
              <a:ext cx="152400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DE5F2"/>
            </a:solidFill>
            <a:ln xmlns:a="http://schemas.openxmlformats.org/drawingml/2006/main" w="11430">
              <a:solidFill>
                <a:srgbClr val="484848"/>
              </a:solidFill>
              <a:prstDash val="solid"/>
            </a:ln>
          </p:spPr>
        </p:sp>
      </p:grpSp>
      <p:sp>
        <p:nvSpPr>
          <p:cNvPr id="307" name="graph-retrieval-label">
            <a:extLst xmlns:a="http://schemas.openxmlformats.org/drawingml/2006/main">
              <a:ext uri="{FF2B5EF4-FFF2-40B4-BE49-F238E27FC236}">
                <a16:creationId xmlns:a16="http://schemas.microsoft.com/office/drawing/2014/main" id="{9464BE46-6FC8-4AE9-A59E-27D542A7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771900"/>
            <a:ext cx="181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Graph-based Retrieval</a:t>
            </a:r>
          </a:p>
        </p:txBody>
      </p:sp>
      <p:grpSp>
        <p:nvGrpSpPr>
          <p:cNvPr id="354" name="retrieval-vector-stack module"/>
          <p:cNvGrpSpPr/>
          <p:nvPr/>
        </p:nvGrpSpPr>
        <p:grpSpPr>
          <ns1:xfrm xmlns:ns1="http://schemas.openxmlformats.org/drawingml/2006/main">
            <ns1:off x="16106775" y="5362575"/>
            <ns1:ext cx="762000" cy="781050"/>
            <ns1:chOff x="16106775" y="5362575"/>
            <ns1:chExt cx="762000" cy="781050"/>
          </ns1:xfrm>
        </p:grpSpPr>
        <p:sp>
          <p:nvSpPr>
            <p:cNvPr id="308" name="retrieval-vector-stack-layer-4">
              <a:extLst xmlns:a="http://schemas.openxmlformats.org/drawingml/2006/main">
                <a:ext uri="{FF2B5EF4-FFF2-40B4-BE49-F238E27FC236}">
                  <a16:creationId xmlns:a16="http://schemas.microsoft.com/office/drawing/2014/main" id="{6762EA60-807C-4B0F-BAEA-55FF10DE03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06775" y="5857875"/>
              <a:ext cx="762000" cy="285750"/>
            </a:xfrm>
            <a:custGeom xmlns:a="http://schemas.openxmlformats.org/drawingml/2006/main">
              <a:pathLst>
                <a:path w="762000" h="285750">
                  <a:moveTo>
                    <a:pt x="0" y="209550"/>
                  </a:moveTo>
                  <a:lnTo>
                    <a:pt x="403860" y="0"/>
                  </a:lnTo>
                  <a:lnTo>
                    <a:pt x="762000" y="57150"/>
                  </a:lnTo>
                  <a:lnTo>
                    <a:pt x="365760" y="285750"/>
                  </a:lnTo>
                  <a:close/>
                </a:path>
              </a:pathLst>
            </a:custGeom>
            <a:solidFill xmlns:a="http://schemas.openxmlformats.org/drawingml/2006/main">
              <a:srgbClr val="94C6BF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309" name="retrieval-vector-stack-layer-3">
              <a:extLst xmlns:a="http://schemas.openxmlformats.org/drawingml/2006/main">
                <a:ext uri="{FF2B5EF4-FFF2-40B4-BE49-F238E27FC236}">
                  <a16:creationId xmlns:a16="http://schemas.microsoft.com/office/drawing/2014/main" id="{AF09C900-B494-4EDB-BF61-A8991DFC1E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06775" y="5734050"/>
              <a:ext cx="762000" cy="285750"/>
            </a:xfrm>
            <a:custGeom xmlns:a="http://schemas.openxmlformats.org/drawingml/2006/main">
              <a:pathLst>
                <a:path w="762000" h="285750">
                  <a:moveTo>
                    <a:pt x="0" y="209550"/>
                  </a:moveTo>
                  <a:lnTo>
                    <a:pt x="403860" y="0"/>
                  </a:lnTo>
                  <a:lnTo>
                    <a:pt x="762000" y="57150"/>
                  </a:lnTo>
                  <a:lnTo>
                    <a:pt x="365760" y="285750"/>
                  </a:lnTo>
                  <a:close/>
                </a:path>
              </a:pathLst>
            </a:custGeom>
            <a:solidFill xmlns:a="http://schemas.openxmlformats.org/drawingml/2006/main">
              <a:srgbClr val="DACEFA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310" name="retrieval-vector-stack-layer-2">
              <a:extLst xmlns:a="http://schemas.openxmlformats.org/drawingml/2006/main">
                <a:ext uri="{FF2B5EF4-FFF2-40B4-BE49-F238E27FC236}">
                  <a16:creationId xmlns:a16="http://schemas.microsoft.com/office/drawing/2014/main" id="{BEF8A4EA-1539-46EC-9BA6-33A7583C73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06775" y="5610225"/>
              <a:ext cx="762000" cy="285750"/>
            </a:xfrm>
            <a:custGeom xmlns:a="http://schemas.openxmlformats.org/drawingml/2006/main">
              <a:pathLst>
                <a:path w="762000" h="285750">
                  <a:moveTo>
                    <a:pt x="0" y="209550"/>
                  </a:moveTo>
                  <a:lnTo>
                    <a:pt x="403860" y="0"/>
                  </a:lnTo>
                  <a:lnTo>
                    <a:pt x="762000" y="57150"/>
                  </a:lnTo>
                  <a:lnTo>
                    <a:pt x="365760" y="285750"/>
                  </a:lnTo>
                  <a:close/>
                </a:path>
              </a:pathLst>
            </a:custGeom>
            <a:solidFill xmlns:a="http://schemas.openxmlformats.org/drawingml/2006/main">
              <a:srgbClr val="BDE5F2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311" name="retrieval-vector-stack-layer-1">
              <a:extLst xmlns:a="http://schemas.openxmlformats.org/drawingml/2006/main">
                <a:ext uri="{FF2B5EF4-FFF2-40B4-BE49-F238E27FC236}">
                  <a16:creationId xmlns:a16="http://schemas.microsoft.com/office/drawing/2014/main" id="{EEC7F0DA-8C77-43F5-951C-5AF1DCFFA0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06775" y="5486400"/>
              <a:ext cx="762000" cy="285750"/>
            </a:xfrm>
            <a:custGeom xmlns:a="http://schemas.openxmlformats.org/drawingml/2006/main">
              <a:pathLst>
                <a:path w="762000" h="285750">
                  <a:moveTo>
                    <a:pt x="0" y="209550"/>
                  </a:moveTo>
                  <a:lnTo>
                    <a:pt x="403860" y="0"/>
                  </a:lnTo>
                  <a:lnTo>
                    <a:pt x="762000" y="57150"/>
                  </a:lnTo>
                  <a:lnTo>
                    <a:pt x="365760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  <p:sp>
          <p:nvSpPr>
            <p:cNvPr id="312" name="retrieval-vector-stack-layer-0">
              <a:extLst xmlns:a="http://schemas.openxmlformats.org/drawingml/2006/main">
                <a:ext uri="{FF2B5EF4-FFF2-40B4-BE49-F238E27FC236}">
                  <a16:creationId xmlns:a16="http://schemas.microsoft.com/office/drawing/2014/main" id="{B18BF45C-9C55-4635-AB2B-6BE519394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06775" y="5362575"/>
              <a:ext cx="762000" cy="285750"/>
            </a:xfrm>
            <a:custGeom xmlns:a="http://schemas.openxmlformats.org/drawingml/2006/main">
              <a:pathLst>
                <a:path w="762000" h="285750">
                  <a:moveTo>
                    <a:pt x="0" y="209550"/>
                  </a:moveTo>
                  <a:lnTo>
                    <a:pt x="403860" y="0"/>
                  </a:lnTo>
                  <a:lnTo>
                    <a:pt x="762000" y="57150"/>
                  </a:lnTo>
                  <a:lnTo>
                    <a:pt x="365760" y="285750"/>
                  </a:lnTo>
                  <a:close/>
                </a:path>
              </a:pathLst>
            </a:custGeom>
            <a:solidFill xmlns:a="http://schemas.openxmlformats.org/drawingml/2006/main">
              <a:srgbClr val="FBE3D7"/>
            </a:solidFill>
            <a:ln xmlns:a="http://schemas.openxmlformats.org/drawingml/2006/main" w="28575">
              <a:solidFill>
                <a:srgbClr val="FFFFFF"/>
              </a:solidFill>
              <a:prstDash val="solid"/>
            </a:ln>
          </p:spPr>
        </p:sp>
      </p:grpSp>
      <p:sp>
        <p:nvSpPr>
          <p:cNvPr id="313" name="embedding-retrieval-label">
            <a:extLst xmlns:a="http://schemas.openxmlformats.org/drawingml/2006/main">
              <a:ext uri="{FF2B5EF4-FFF2-40B4-BE49-F238E27FC236}">
                <a16:creationId xmlns:a16="http://schemas.microsoft.com/office/drawing/2014/main" id="{89124D40-4C0C-456A-83F4-C66323C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94360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Embedding-based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grpSp>
        <p:nvGrpSpPr>
          <p:cNvPr id="346" name="retrieved-information module"/>
          <p:cNvGrpSpPr/>
          <p:nvPr/>
        </p:nvGrpSpPr>
        <p:grpSpPr>
          <ns1:xfrm xmlns:ns1="http://schemas.openxmlformats.org/drawingml/2006/main">
            <ns1:off x="16802100" y="3143250"/>
            <ns1:ext cx="1676400" cy="4000500"/>
            <ns1:chOff x="16802100" y="3143250"/>
            <ns1:chExt cx="1676400" cy="4000500"/>
          </ns1:xfrm>
        </p:grpSpPr>
        <p:sp>
          <p:nvSpPr>
            <p:cNvPr id="314" name="retrieved-information-background">
              <a:extLst xmlns:a="http://schemas.openxmlformats.org/drawingml/2006/main">
                <a:ext uri="{FF2B5EF4-FFF2-40B4-BE49-F238E27FC236}">
                  <a16:creationId xmlns:a16="http://schemas.microsoft.com/office/drawing/2014/main" id="{20C7FC17-BDB7-4F70-850E-5967ED4CCB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0800" y="3143250"/>
              <a:ext cx="590550" cy="4000500"/>
            </a:xfrm>
            <a:prstGeom xmlns:a="http://schemas.openxmlformats.org/drawingml/2006/main" prst="roundRect">
              <a:avLst>
                <a:gd name="adj" fmla="val 22581"/>
              </a:avLst>
            </a:prstGeom>
            <a:solidFill xmlns:a="http://schemas.openxmlformats.org/drawingml/2006/main">
              <a:srgbClr val="FBE3D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15" name="retrieved-information-0">
              <a:extLst xmlns:a="http://schemas.openxmlformats.org/drawingml/2006/main">
                <a:ext uri="{FF2B5EF4-FFF2-40B4-BE49-F238E27FC236}">
                  <a16:creationId xmlns:a16="http://schemas.microsoft.com/office/drawing/2014/main" id="{E62EEF66-6A53-42D5-A597-1E730372A5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3190875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16" name="retrieved-information-1">
              <a:extLst xmlns:a="http://schemas.openxmlformats.org/drawingml/2006/main">
                <a:ext uri="{FF2B5EF4-FFF2-40B4-BE49-F238E27FC236}">
                  <a16:creationId xmlns:a16="http://schemas.microsoft.com/office/drawing/2014/main" id="{11099884-CC06-4D5D-9281-01394B7AD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3714750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17" name="retrieved-information-2">
              <a:extLst xmlns:a="http://schemas.openxmlformats.org/drawingml/2006/main">
                <a:ext uri="{FF2B5EF4-FFF2-40B4-BE49-F238E27FC236}">
                  <a16:creationId xmlns:a16="http://schemas.microsoft.com/office/drawing/2014/main" id="{720E535E-692A-4DDB-80F2-32441F441C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4238625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18" name="retrieved-information-3">
              <a:extLst xmlns:a="http://schemas.openxmlformats.org/drawingml/2006/main">
                <a:ext uri="{FF2B5EF4-FFF2-40B4-BE49-F238E27FC236}">
                  <a16:creationId xmlns:a16="http://schemas.microsoft.com/office/drawing/2014/main" id="{8E7F7910-0C5A-4C60-833B-973B6342A9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4772025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19" name="retrieved-information-4">
              <a:extLst xmlns:a="http://schemas.openxmlformats.org/drawingml/2006/main">
                <a:ext uri="{FF2B5EF4-FFF2-40B4-BE49-F238E27FC236}">
                  <a16:creationId xmlns:a16="http://schemas.microsoft.com/office/drawing/2014/main" id="{764436FF-FFF0-4D94-8E79-6F9C3F8732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5543550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20" name="retrieved-information-5">
              <a:extLst xmlns:a="http://schemas.openxmlformats.org/drawingml/2006/main">
                <a:ext uri="{FF2B5EF4-FFF2-40B4-BE49-F238E27FC236}">
                  <a16:creationId xmlns:a16="http://schemas.microsoft.com/office/drawing/2014/main" id="{96B421AE-B1F1-4F6C-A2F4-DE61FE74D4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6076950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21" name="retrieved-information-6">
              <a:extLst xmlns:a="http://schemas.openxmlformats.org/drawingml/2006/main">
                <a:ext uri="{FF2B5EF4-FFF2-40B4-BE49-F238E27FC236}">
                  <a16:creationId xmlns:a16="http://schemas.microsoft.com/office/drawing/2014/main" id="{2C0108D3-CD69-4E1D-B591-BC9013B732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78425" y="6610350"/>
              <a:ext cx="495300" cy="485775"/>
            </a:xfrm>
            <a:prstGeom xmlns:a="http://schemas.openxmlformats.org/drawingml/2006/main" prst="roundRect">
              <a:avLst>
                <a:gd name="adj" fmla="val 19608"/>
              </a:avLst>
            </a:prstGeom>
            <a:solidFill xmlns:a="http://schemas.openxmlformats.org/drawingml/2006/main">
              <a:srgbClr val="FFF8F4"/>
            </a:solidFill>
            <a:ln xmlns:a="http://schemas.openxmlformats.org/drawingml/2006/main" w="15240">
              <a:solidFill>
                <a:srgbClr val="151515"/>
              </a:solidFill>
              <a:prstDash val="solid"/>
            </a:ln>
          </p:spPr>
        </p:sp>
        <p:sp>
          <p:nvSpPr>
            <p:cNvPr id="322" name="retrieved-information-ellipsis">
              <a:extLst xmlns:a="http://schemas.openxmlformats.org/drawingml/2006/main">
                <a:ext uri="{FF2B5EF4-FFF2-40B4-BE49-F238E27FC236}">
                  <a16:creationId xmlns:a16="http://schemas.microsoft.com/office/drawing/2014/main" id="{BE9E86FE-69B1-408E-909D-BA7DA2C9C1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954625" y="5238750"/>
              <a:ext cx="342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...</a:t>
              </a:r>
            </a:p>
          </p:txBody>
        </p:sp>
        <p:sp>
          <p:nvSpPr>
            <p:cNvPr id="323" name="retrieved-information-label">
              <a:extLst xmlns:a="http://schemas.openxmlformats.org/drawingml/2006/main">
                <a:ext uri="{FF2B5EF4-FFF2-40B4-BE49-F238E27FC236}">
                  <a16:creationId xmlns:a16="http://schemas.microsoft.com/office/drawing/2014/main" id="{DAA77986-78AD-4C6F-AC51-A2251FC96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16802100" y="4619625"/>
              <a:ext cx="16764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725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Retrieved Info</a:t>
              </a:r>
            </a:p>
          </p:txBody>
        </p:sp>
      </p:grpSp>
      <p:sp>
        <p:nvSpPr>
          <p:cNvPr id="324" name="retrieved-info-to-response">
            <a:extLst xmlns:a="http://schemas.openxmlformats.org/drawingml/2006/main">
              <a:ext uri="{FF2B5EF4-FFF2-40B4-BE49-F238E27FC236}">
                <a16:creationId xmlns:a16="http://schemas.microsoft.com/office/drawing/2014/main" id="{4CD7EFAF-B534-4C1A-A768-13833B69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8025" y="5476875"/>
            <a:ext cx="314325" cy="1762125"/>
          </a:xfrm>
          <a:custGeom xmlns:a="http://schemas.openxmlformats.org/drawingml/2006/main">
            <a:pathLst>
              <a:path w="314325" h="1762125">
                <a:moveTo>
                  <a:pt x="0" y="0"/>
                </a:moveTo>
                <a:lnTo>
                  <a:pt x="114300" y="0"/>
                </a:lnTo>
                <a:cubicBezTo>
                  <a:pt x="266700" y="0"/>
                  <a:pt x="314325" y="76200"/>
                  <a:pt x="314325" y="238125"/>
                </a:cubicBezTo>
                <a:lnTo>
                  <a:pt x="314325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E1F1ED"/>
            </a:solidFill>
            <a:prstDash val="solid"/>
          </a:ln>
        </p:spPr>
      </p:sp>
      <p:cxnSp>
        <p:nvCxnSpPr>
          <p:cNvPr id="325" name="response-arrow-tip-shaft">
            <a:extLst xmlns:a="http://schemas.openxmlformats.org/drawingml/2006/main">
              <a:ext uri="{FF2B5EF4-FFF2-40B4-BE49-F238E27FC236}">
                <a16:creationId xmlns:a16="http://schemas.microsoft.com/office/drawing/2014/main" id="{48ED2940-47DD-475E-9598-0B014E801C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802350" y="7067550"/>
            <a:ext cx="95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E1F1E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26" name="response-arrow-tip-head">
            <a:extLst xmlns:a="http://schemas.openxmlformats.org/drawingml/2006/main">
              <a:ext uri="{FF2B5EF4-FFF2-40B4-BE49-F238E27FC236}">
                <a16:creationId xmlns:a16="http://schemas.microsoft.com/office/drawing/2014/main" id="{9D82EFF4-9235-4C5E-A9A7-B33ECDB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2335" y="7105650"/>
            <a:ext cx="240030" cy="200025"/>
          </a:xfrm>
          <a:custGeom xmlns:a="http://schemas.openxmlformats.org/drawingml/2006/main">
            <a:pathLst>
              <a:path w="240030" h="200025">
                <a:moveTo>
                  <a:pt x="120015" y="200025"/>
                </a:moveTo>
                <a:lnTo>
                  <a:pt x="0" y="0"/>
                </a:lnTo>
                <a:lnTo>
                  <a:pt x="240030" y="0"/>
                </a:lnTo>
                <a:close/>
              </a:path>
            </a:pathLst>
          </a:custGeom>
          <a:solidFill xmlns:a="http://schemas.openxmlformats.org/drawingml/2006/main">
            <a:srgbClr val="E1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llm-label-mask">
            <a:extLst xmlns:a="http://schemas.openxmlformats.org/drawingml/2006/main">
              <a:ext uri="{FF2B5EF4-FFF2-40B4-BE49-F238E27FC236}">
                <a16:creationId xmlns:a16="http://schemas.microsoft.com/office/drawing/2014/main" id="{6FE3808B-45BD-4D80-B8A8-0F369F3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75" y="6181725"/>
            <a:ext cx="523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llm-label">
            <a:extLst xmlns:a="http://schemas.openxmlformats.org/drawingml/2006/main">
              <a:ext uri="{FF2B5EF4-FFF2-40B4-BE49-F238E27FC236}">
                <a16:creationId xmlns:a16="http://schemas.microsoft.com/office/drawing/2014/main" id="{33739C38-3075-4252-B25B-17DC0D09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75" y="61817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LLM</a:t>
            </a:r>
          </a:p>
        </p:txBody>
      </p:sp>
      <p:grpSp>
        <p:nvGrpSpPr>
          <p:cNvPr id="356" name="Response module"/>
          <p:cNvGrpSpPr/>
          <p:nvPr/>
        </p:nvGrpSpPr>
        <p:grpSpPr>
          <ns1:xfrm xmlns:ns1="http://schemas.openxmlformats.org/drawingml/2006/main">
            <ns1:off x="16430625" y="7324725"/>
            <ns1:ext cx="2971800" cy="1019175"/>
            <ns1:chOff x="16430625" y="7324725"/>
            <ns1:chExt cx="2971800" cy="1019175"/>
          </ns1:xfrm>
        </p:grpSpPr>
        <p:sp>
          <p:nvSpPr>
            <p:cNvPr id="329" name="response-box">
              <a:extLst xmlns:a="http://schemas.openxmlformats.org/drawingml/2006/main">
                <a:ext uri="{FF2B5EF4-FFF2-40B4-BE49-F238E27FC236}">
                  <a16:creationId xmlns:a16="http://schemas.microsoft.com/office/drawing/2014/main" id="{B5EE9C32-DE31-4521-86F3-7C3A246A0A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430625" y="7505700"/>
              <a:ext cx="2971800" cy="838200"/>
            </a:xfrm>
            <a:prstGeom xmlns:a="http://schemas.openxmlformats.org/drawingml/2006/main" prst="roundRect">
              <a:avLst>
                <a:gd name="adj" fmla="val 2045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8575">
              <a:solidFill>
                <a:srgbClr val="C65D16"/>
              </a:solidFill>
              <a:prstDash val="dash"/>
            </a:ln>
          </p:spPr>
        </p:sp>
        <p:sp>
          <p:nvSpPr>
            <p:cNvPr id="330" name="response-title-mask">
              <a:extLst xmlns:a="http://schemas.openxmlformats.org/drawingml/2006/main">
                <a:ext uri="{FF2B5EF4-FFF2-40B4-BE49-F238E27FC236}">
                  <a16:creationId xmlns:a16="http://schemas.microsoft.com/office/drawing/2014/main" id="{26E58EC7-6236-4000-AB62-07B686D9A2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30775" y="7362825"/>
              <a:ext cx="1581150" cy="3524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31" name="response-title">
              <a:extLst xmlns:a="http://schemas.openxmlformats.org/drawingml/2006/main">
                <a:ext uri="{FF2B5EF4-FFF2-40B4-BE49-F238E27FC236}">
                  <a16:creationId xmlns:a16="http://schemas.microsoft.com/office/drawing/2014/main" id="{ACC5303C-B5F5-4FD7-8637-7DB17F6241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764125" y="7324725"/>
              <a:ext cx="105727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def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800" b="0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333" name="response-content">
              <a:extLst xmlns:a="http://schemas.openxmlformats.org/drawingml/2006/main">
                <a:ext uri="{FF2B5EF4-FFF2-40B4-BE49-F238E27FC236}">
                  <a16:creationId xmlns:a16="http://schemas.microsoft.com/office/drawing/2014/main" id="{87E133C1-9146-4482-891E-4C67F47508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35400" y="7686675"/>
              <a:ext cx="27622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Based on the experimental</a:t>
              </a:r>
            </a:p>
            <a:p xmlns:a="http://schemas.openxmlformats.org/drawingml/2006/main">
              <a:pPr algn="l">
                <a:def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650" b="0" i="1">
                  <a:solidFill>
                    <a:srgbClr val="111111"/>
                  </a:solidFill>
                  <a:latin typeface="Comic Sans MS"/>
                  <a:ea typeface="Comic Sans MS"/>
                  <a:cs typeface="Comic Sans MS"/>
                </a:rPr>
                <a:t>data, the results revealed...</a:t>
              </a:r>
            </a:p>
          </p:txBody>
        </p:sp>
      </p:grpSp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48AC31F-8BC3-4778-BCD2-9F2ACE454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877791ea449e4"/>
          <a:stretch xmlns:a="http://schemas.openxmlformats.org/drawingml/2006/main"/>
        </p:blipFill>
        <p:spPr>
          <a:xfrm xmlns:a="http://schemas.openxmlformats.org/drawingml/2006/main">
            <a:off x="18830925" y="7187534"/>
            <a:ext cx="381000" cy="4363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9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2026-10-22T15:41:03.2360000Z</dcterms:created>
  <dcterms:modified xsi:type="dcterms:W3CDTF">2026-10-22T15:41:03.2370000Z</dcterms:modified>
</coreProperties>
</file>